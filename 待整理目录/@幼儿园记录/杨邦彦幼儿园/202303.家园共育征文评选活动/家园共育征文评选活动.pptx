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314" r:id="rId4"/>
    <p:sldId id="318" r:id="rId6"/>
    <p:sldId id="317" r:id="rId7"/>
  </p:sldIdLst>
  <p:sldSz cx="12192000" cy="6858000"/>
  <p:notesSz cx="7103745" cy="10234295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145B3C"/>
    <a:srgbClr val="B3D49A"/>
    <a:srgbClr val="8DD4CD"/>
    <a:srgbClr val="DEF5EF"/>
    <a:srgbClr val="F0F6F2"/>
    <a:srgbClr val="202020"/>
    <a:srgbClr val="323232"/>
    <a:srgbClr val="CC3300"/>
    <a:srgbClr val="CC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2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1122680"/>
            <a:ext cx="105156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38200" y="3602355"/>
            <a:ext cx="10515600" cy="165544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7485"/>
            <a:ext cx="10515600" cy="1325563"/>
          </a:xfrm>
        </p:spPr>
        <p:txBody>
          <a:bodyPr anchor="b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02435"/>
            <a:ext cx="10515600" cy="4474845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959100"/>
            <a:ext cx="10515600" cy="2781300"/>
          </a:xfrm>
        </p:spPr>
        <p:txBody>
          <a:bodyPr anchor="t" anchorCtr="0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722120"/>
            <a:ext cx="10515600" cy="1102995"/>
          </a:xfrm>
        </p:spPr>
        <p:txBody>
          <a:bodyPr lIns="144145" anchor="b" anchorCtr="0"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05" y="365125"/>
            <a:ext cx="10515600" cy="8001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470" y="1482090"/>
            <a:ext cx="5220970" cy="823595"/>
          </a:xfrm>
        </p:spPr>
        <p:txBody>
          <a:bodyPr anchor="ctr" anchorCtr="0"/>
          <a:lstStyle>
            <a:lvl1pPr marL="0" indent="0">
              <a:buNone/>
              <a:defRPr sz="3200">
                <a:solidFill>
                  <a:srgbClr val="0070C0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200" y="2368550"/>
            <a:ext cx="5222240" cy="3820795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655" y="1482090"/>
            <a:ext cx="5097145" cy="823595"/>
          </a:xfrm>
        </p:spPr>
        <p:txBody>
          <a:bodyPr anchor="ctr" anchorCtr="0"/>
          <a:lstStyle>
            <a:lvl1pPr marL="0" indent="0">
              <a:buNone/>
              <a:defRPr sz="3200">
                <a:solidFill>
                  <a:srgbClr val="0070C0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655" y="2368550"/>
            <a:ext cx="5097145" cy="3820795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7485"/>
            <a:ext cx="10515600" cy="1325563"/>
          </a:xfrm>
        </p:spPr>
        <p:txBody>
          <a:bodyPr anchor="b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 +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-12700" y="-1905"/>
            <a:ext cx="7017385" cy="6861810"/>
          </a:xfrm>
          <a:noFill/>
        </p:spPr>
        <p:txBody>
          <a:bodyPr lIns="252095" tIns="144145"/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50125" y="457200"/>
            <a:ext cx="4392295" cy="105537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49490" y="1694180"/>
            <a:ext cx="4393565" cy="4480560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文本 + 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505" y="-7620"/>
            <a:ext cx="7017385" cy="6861810"/>
          </a:xfrm>
          <a:noFill/>
        </p:spPr>
        <p:txBody>
          <a:bodyPr lIns="252095" tIns="144145"/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575" y="457200"/>
            <a:ext cx="4279900" cy="105537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09575" y="1694180"/>
            <a:ext cx="4280535" cy="4480560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3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27025"/>
            <a:ext cx="10515600" cy="5850255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8" name="圆角矩形 7"/>
          <p:cNvSpPr/>
          <p:nvPr userDrawn="1"/>
        </p:nvSpPr>
        <p:spPr>
          <a:xfrm>
            <a:off x="431165" y="461645"/>
            <a:ext cx="11368405" cy="6022340"/>
          </a:xfrm>
          <a:prstGeom prst="roundRect">
            <a:avLst/>
          </a:prstGeom>
          <a:solidFill>
            <a:srgbClr val="F0F6F2"/>
          </a:solidFill>
          <a:ln w="50800" cmpd="sng">
            <a:solidFill>
              <a:srgbClr val="B3D49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202020"/>
          </a:solidFill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75000"/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75945" indent="-228600" algn="l" defTabSz="914400" rtl="0" eaLnBrk="1" fontAlgn="auto" latinLnBrk="0" hangingPunct="1">
        <a:lnSpc>
          <a:spcPct val="12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200" kern="12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007745" indent="-228600" algn="l" defTabSz="914400" rtl="0" eaLnBrk="1" fontAlgn="auto" latinLnBrk="0" hangingPunct="1">
        <a:lnSpc>
          <a:spcPct val="120000"/>
        </a:lnSpc>
        <a:spcBef>
          <a:spcPts val="500"/>
        </a:spcBef>
        <a:buSzPct val="75000"/>
        <a:buFont typeface="Arial" panose="020B0604020202020204" pitchFamily="34" charset="0"/>
        <a:buChar char="‒"/>
        <a:defRPr sz="2000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511935" indent="-228600" algn="l" defTabSz="914400" rtl="0" eaLnBrk="1" fontAlgn="auto" latinLnBrk="0" hangingPunct="1">
        <a:lnSpc>
          <a:spcPct val="100000"/>
        </a:lnSpc>
        <a:spcBef>
          <a:spcPts val="500"/>
        </a:spcBef>
        <a:buSzPct val="75000"/>
        <a:buFont typeface="Arial" panose="020B0604020202020204" pitchFamily="34" charset="0"/>
        <a:buChar char="˃"/>
        <a:defRPr sz="1800" kern="1200">
          <a:solidFill>
            <a:schemeClr val="tx1">
              <a:lumMod val="50000"/>
              <a:lumOff val="50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943735" indent="-228600" algn="l" defTabSz="914400" rtl="0" eaLnBrk="1" fontAlgn="auto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˃"/>
        <a:defRPr sz="1800" kern="1200">
          <a:solidFill>
            <a:schemeClr val="tx1">
              <a:lumMod val="50000"/>
              <a:lumOff val="50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mc:AlternateContent xmlns:mc="http://schemas.openxmlformats.org/markup-compatibility/2006">
    <mc:Choice xmlns:p14="http://schemas.microsoft.com/office/powerpoint/2010/main" Requires="p14">
      <p:transition p14:dur="250" advTm="3000">
        <p:fade/>
      </p:transition>
    </mc:Choice>
    <mc:Fallback>
      <p:transition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2330" y="166370"/>
            <a:ext cx="10923270" cy="1147445"/>
          </a:xfrm>
        </p:spPr>
        <p:txBody>
          <a:bodyPr/>
          <a:lstStyle/>
          <a:p>
            <a:r>
              <a:rPr lang="zh-CN" altLang="en-US" sz="3600" dirty="0">
                <a:solidFill>
                  <a:srgbClr val="145B3C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绿洲艺术幼儿园</a:t>
            </a:r>
            <a:r>
              <a:rPr lang="zh-CN" altLang="en-US" sz="4800" dirty="0">
                <a:solidFill>
                  <a:srgbClr val="145B3C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“家园共育”</a:t>
            </a:r>
            <a:r>
              <a:rPr lang="zh-CN" altLang="en-US" sz="3600" dirty="0">
                <a:solidFill>
                  <a:srgbClr val="145B3C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征文评选活动方案</a:t>
            </a:r>
            <a:endParaRPr lang="zh-CN" altLang="en-US" sz="3600" dirty="0">
              <a:solidFill>
                <a:srgbClr val="145B3C"/>
              </a:solidFill>
              <a:latin typeface="华文行楷" panose="02010800040101010101" charset="-122"/>
              <a:ea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29640" y="1198245"/>
            <a:ext cx="10623550" cy="294195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 </a:t>
            </a: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Regular" panose="020B0500000000000000" charset="-122"/>
              <a:ea typeface="思源黑体 CN Regular" panose="020B0500000000000000" charset="-122"/>
              <a:sym typeface="+mn-ea"/>
            </a:endParaRPr>
          </a:p>
          <a:p>
            <a:pPr algn="l"/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    </a:t>
            </a:r>
            <a:endParaRPr lang="zh-CN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2330" y="1388745"/>
            <a:ext cx="10532110" cy="4313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2330" y="166370"/>
            <a:ext cx="10923270" cy="1147445"/>
          </a:xfrm>
        </p:spPr>
        <p:txBody>
          <a:bodyPr/>
          <a:lstStyle/>
          <a:p>
            <a:r>
              <a:rPr lang="zh-CN" altLang="en-US" sz="3600" dirty="0">
                <a:solidFill>
                  <a:srgbClr val="145B3C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绿洲艺术幼儿园</a:t>
            </a:r>
            <a:r>
              <a:rPr lang="zh-CN" altLang="en-US" sz="4800" dirty="0">
                <a:solidFill>
                  <a:srgbClr val="145B3C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“家园共育”</a:t>
            </a:r>
            <a:r>
              <a:rPr lang="zh-CN" altLang="en-US" sz="3600" dirty="0">
                <a:solidFill>
                  <a:srgbClr val="145B3C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征文评选活动方案</a:t>
            </a:r>
            <a:endParaRPr lang="zh-CN" altLang="en-US" sz="3600" dirty="0">
              <a:solidFill>
                <a:srgbClr val="145B3C"/>
              </a:solidFill>
              <a:latin typeface="华文行楷" panose="02010800040101010101" charset="-122"/>
              <a:ea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29640" y="1198245"/>
            <a:ext cx="10623550" cy="294195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 </a:t>
            </a: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Regular" panose="020B0500000000000000" charset="-122"/>
              <a:ea typeface="思源黑体 CN Regular" panose="020B0500000000000000" charset="-122"/>
              <a:sym typeface="+mn-ea"/>
            </a:endParaRPr>
          </a:p>
          <a:p>
            <a:pPr algn="l"/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    </a:t>
            </a:r>
            <a:endParaRPr lang="zh-CN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785" y="1198245"/>
            <a:ext cx="9191625" cy="5084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2330" y="166370"/>
            <a:ext cx="10923270" cy="1147445"/>
          </a:xfrm>
        </p:spPr>
        <p:txBody>
          <a:bodyPr/>
          <a:lstStyle/>
          <a:p>
            <a:r>
              <a:rPr lang="zh-CN" altLang="en-US" sz="3600" dirty="0">
                <a:solidFill>
                  <a:srgbClr val="145B3C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绿洲艺术幼儿园</a:t>
            </a:r>
            <a:r>
              <a:rPr lang="zh-CN" altLang="en-US" sz="4800" dirty="0">
                <a:solidFill>
                  <a:srgbClr val="145B3C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“家园共育”</a:t>
            </a:r>
            <a:r>
              <a:rPr lang="zh-CN" altLang="en-US" sz="3600" dirty="0">
                <a:solidFill>
                  <a:srgbClr val="145B3C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征文评选活动方案</a:t>
            </a:r>
            <a:endParaRPr lang="zh-CN" altLang="en-US" sz="3600" dirty="0">
              <a:solidFill>
                <a:srgbClr val="145B3C"/>
              </a:solidFill>
              <a:latin typeface="华文行楷" panose="02010800040101010101" charset="-122"/>
              <a:ea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29640" y="1198245"/>
            <a:ext cx="10623550" cy="2941955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 </a:t>
            </a: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Regular" panose="020B0500000000000000" charset="-122"/>
              <a:ea typeface="思源黑体 CN Regular" panose="020B0500000000000000" charset="-122"/>
              <a:sym typeface="+mn-ea"/>
            </a:endParaRPr>
          </a:p>
          <a:p>
            <a:pPr algn="l"/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    </a:t>
            </a:r>
            <a:endParaRPr lang="zh-CN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915" y="1198245"/>
            <a:ext cx="9742170" cy="5162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p="http://schemas.openxmlformats.org/presentationml/2006/main">
  <p:tag name="KSO_WM_UNIT_PLACING_PICTURE_USER_VIEWPORT" val="{&quot;height&quot;:6045,&quot;width&quot;:14760}"/>
</p:tagLst>
</file>

<file path=ppt/tags/tag2.xml><?xml version="1.0" encoding="utf-8"?>
<p:tagLst xmlns:p="http://schemas.openxmlformats.org/presentationml/2006/main">
  <p:tag name="ISPRING_PRESENTATION_TITLE" val="PowerPoint 演示文稿"/>
  <p:tag name="KSO_WPP_MARK_KEY" val="3df9d7f2-7f89-46b5-b341-4863219eba77"/>
  <p:tag name="COMMONDATA" val="eyJoZGlkIjoiNzU3YjYzYWQxOWFmNDAxNGEwN2ZhMDJkMjJjNjA3YW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WPS 演示</Application>
  <PresentationFormat>宽屏</PresentationFormat>
  <Paragraphs>15</Paragraphs>
  <Slides>3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微软雅黑 Light</vt:lpstr>
      <vt:lpstr>微软雅黑</vt:lpstr>
      <vt:lpstr>华文行楷</vt:lpstr>
      <vt:lpstr>思源黑体 CN Regular</vt:lpstr>
      <vt:lpstr>黑体</vt:lpstr>
      <vt:lpstr>Calibri</vt:lpstr>
      <vt:lpstr>Arial Unicode MS</vt:lpstr>
      <vt:lpstr>Calibri Light</vt:lpstr>
      <vt:lpstr>Office 主题</vt:lpstr>
      <vt:lpstr>自定义设计方案</vt:lpstr>
      <vt:lpstr>绿洲艺术幼儿园“家园共育”征文评选活动方案</vt:lpstr>
      <vt:lpstr>绿洲艺术幼儿园“家园共育”征文评选活动方案</vt:lpstr>
      <vt:lpstr>绿洲艺术幼儿园“家园共育”征文评选活动方案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磊</cp:lastModifiedBy>
  <cp:revision>199</cp:revision>
  <dcterms:created xsi:type="dcterms:W3CDTF">2017-08-03T09:01:00Z</dcterms:created>
  <dcterms:modified xsi:type="dcterms:W3CDTF">2023-03-27T02:49:47Z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9D9DF857F9C14A9D8E00AE980D8F9635</vt:lpwstr>
  </property>
</Properties>
</file>