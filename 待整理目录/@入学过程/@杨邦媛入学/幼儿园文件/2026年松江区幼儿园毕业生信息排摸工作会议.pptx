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87" r:id="rId5"/>
    <p:sldId id="294" r:id="rId6"/>
    <p:sldId id="279" r:id="rId7"/>
    <p:sldId id="308" r:id="rId8"/>
    <p:sldId id="296" r:id="rId9"/>
    <p:sldId id="313" r:id="rId10"/>
    <p:sldId id="322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09" r:id="rId19"/>
    <p:sldId id="323" r:id="rId20"/>
    <p:sldId id="325" r:id="rId21"/>
    <p:sldId id="284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D8EC"/>
    <a:srgbClr val="19B4C9"/>
    <a:srgbClr val="20B6BE"/>
    <a:srgbClr val="D6F133"/>
    <a:srgbClr val="FF8599"/>
    <a:srgbClr val="FDDF03"/>
    <a:srgbClr val="FFD1E1"/>
    <a:srgbClr val="22F1F6"/>
    <a:srgbClr val="9FB70D"/>
    <a:srgbClr val="F9A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05" autoAdjust="0"/>
    <p:restoredTop sz="96578" autoAdjust="0"/>
  </p:normalViewPr>
  <p:slideViewPr>
    <p:cSldViewPr snapToGrid="0" showGuides="1">
      <p:cViewPr varScale="1">
        <p:scale>
          <a:sx n="103" d="100"/>
          <a:sy n="103" d="100"/>
        </p:scale>
        <p:origin x="46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7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5B96E-16FD-4B24-BE2E-4DCAE475A1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4A65-FED2-458F-8760-D4B912626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FE942-8C21-4115-8680-D88995117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D77F0-F64C-4D05-AF46-5691E19E7A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0" Type="http://schemas.openxmlformats.org/officeDocument/2006/relationships/notesSlide" Target="../notesSlides/notesSlide2.xml"/><Relationship Id="rId3" Type="http://schemas.openxmlformats.org/officeDocument/2006/relationships/tags" Target="../tags/tag4.xml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.png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1" Type="http://schemas.openxmlformats.org/officeDocument/2006/relationships/notesSlide" Target="../notesSlides/notesSlide4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32.xml"/><Relationship Id="rId29" Type="http://schemas.openxmlformats.org/officeDocument/2006/relationships/themeOverride" Target="../theme/themeOverride2.xml"/><Relationship Id="rId28" Type="http://schemas.openxmlformats.org/officeDocument/2006/relationships/tags" Target="../tags/tag54.xml"/><Relationship Id="rId27" Type="http://schemas.openxmlformats.org/officeDocument/2006/relationships/tags" Target="../tags/tag53.xml"/><Relationship Id="rId26" Type="http://schemas.openxmlformats.org/officeDocument/2006/relationships/image" Target="../media/image5.jpeg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1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image" Target="../media/image4.jpeg"/><Relationship Id="rId16" Type="http://schemas.openxmlformats.org/officeDocument/2006/relationships/tags" Target="../tags/tag44.xml"/><Relationship Id="rId15" Type="http://schemas.openxmlformats.org/officeDocument/2006/relationships/image" Target="../media/image3.jpeg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5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8.png"/><Relationship Id="rId6" Type="http://schemas.openxmlformats.org/officeDocument/2006/relationships/tags" Target="../tags/tag63.xml"/><Relationship Id="rId5" Type="http://schemas.openxmlformats.org/officeDocument/2006/relationships/image" Target="../media/image17.png"/><Relationship Id="rId4" Type="http://schemas.openxmlformats.org/officeDocument/2006/relationships/tags" Target="../tags/tag6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tags" Target="../tags/tag65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tags" Target="../tags/tag64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66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jpeg"/><Relationship Id="rId1" Type="http://schemas.openxmlformats.org/officeDocument/2006/relationships/tags" Target="../tags/tag70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/>
        </p:nvGrpSpPr>
        <p:grpSpPr>
          <a:xfrm rot="691748">
            <a:off x="8659028" y="5246838"/>
            <a:ext cx="949387" cy="931930"/>
            <a:chOff x="10646778" y="4753862"/>
            <a:chExt cx="751521" cy="737702"/>
          </a:xfrm>
        </p:grpSpPr>
        <p:sp>
          <p:nvSpPr>
            <p:cNvPr id="77" name="五角星 2"/>
            <p:cNvSpPr/>
            <p:nvPr/>
          </p:nvSpPr>
          <p:spPr>
            <a:xfrm rot="20227648" flipH="1">
              <a:off x="10648573" y="4753862"/>
              <a:ext cx="749726" cy="728735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noFill/>
            </a:ln>
            <a:effectLst>
              <a:outerShdw blurRad="76200" dist="50800" dir="5400000" algn="t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10646778" y="4762829"/>
              <a:ext cx="749726" cy="728735"/>
              <a:chOff x="11012539" y="4493889"/>
              <a:chExt cx="749726" cy="728735"/>
            </a:xfrm>
          </p:grpSpPr>
          <p:sp>
            <p:nvSpPr>
              <p:cNvPr id="79" name="五角星 2"/>
              <p:cNvSpPr/>
              <p:nvPr/>
            </p:nvSpPr>
            <p:spPr>
              <a:xfrm rot="20227648" flipH="1">
                <a:off x="11012539" y="4493889"/>
                <a:ext cx="749726" cy="728735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FF00"/>
              </a:solidFill>
              <a:ln w="15875">
                <a:solidFill>
                  <a:srgbClr val="FFFF00"/>
                </a:solidFill>
              </a:ln>
              <a:effectLst>
                <a:innerShdw blurRad="292100">
                  <a:srgbClr val="FFC0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五角星 2"/>
              <p:cNvSpPr/>
              <p:nvPr/>
            </p:nvSpPr>
            <p:spPr>
              <a:xfrm rot="20424262">
                <a:off x="11046365" y="4655056"/>
                <a:ext cx="290576" cy="221980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457199" h="349269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8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五角星 2"/>
              <p:cNvSpPr/>
              <p:nvPr/>
            </p:nvSpPr>
            <p:spPr>
              <a:xfrm rot="6997346">
                <a:off x="11587935" y="4901938"/>
                <a:ext cx="128719" cy="14727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  <a:gd name="connsiteX0-281" fmla="*/ 0 w 195060"/>
                  <a:gd name="connsiteY0-282" fmla="*/ 223173 h 223173"/>
                  <a:gd name="connsiteX1-283" fmla="*/ 195060 w 195060"/>
                  <a:gd name="connsiteY1-284" fmla="*/ 0 h 22317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95060" h="223173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6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6" name="组合 95"/>
          <p:cNvGrpSpPr/>
          <p:nvPr/>
        </p:nvGrpSpPr>
        <p:grpSpPr>
          <a:xfrm rot="1562261">
            <a:off x="11219222" y="3808953"/>
            <a:ext cx="466601" cy="458021"/>
            <a:chOff x="10646778" y="4753862"/>
            <a:chExt cx="751521" cy="737702"/>
          </a:xfrm>
        </p:grpSpPr>
        <p:sp>
          <p:nvSpPr>
            <p:cNvPr id="97" name="五角星 2"/>
            <p:cNvSpPr/>
            <p:nvPr/>
          </p:nvSpPr>
          <p:spPr>
            <a:xfrm rot="20227648" flipH="1">
              <a:off x="10648573" y="4753862"/>
              <a:ext cx="749726" cy="728735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noFill/>
            </a:ln>
            <a:effectLst>
              <a:outerShdw blurRad="76200" dist="50800" dir="5400000" algn="t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10646778" y="4762829"/>
              <a:ext cx="749726" cy="728735"/>
              <a:chOff x="11012539" y="4493889"/>
              <a:chExt cx="749726" cy="728735"/>
            </a:xfrm>
          </p:grpSpPr>
          <p:sp>
            <p:nvSpPr>
              <p:cNvPr id="101" name="五角星 2"/>
              <p:cNvSpPr/>
              <p:nvPr/>
            </p:nvSpPr>
            <p:spPr>
              <a:xfrm rot="20227648" flipH="1">
                <a:off x="11012539" y="4493889"/>
                <a:ext cx="749726" cy="728735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8AFA4C"/>
              </a:solidFill>
              <a:ln w="15875">
                <a:solidFill>
                  <a:schemeClr val="bg1"/>
                </a:solidFill>
              </a:ln>
              <a:effectLst>
                <a:innerShdw blurRad="292100">
                  <a:srgbClr val="76CE0C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五角星 2"/>
              <p:cNvSpPr/>
              <p:nvPr/>
            </p:nvSpPr>
            <p:spPr>
              <a:xfrm rot="20424262">
                <a:off x="11046365" y="4655056"/>
                <a:ext cx="290576" cy="221980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457199" h="349269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8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五角星 2"/>
              <p:cNvSpPr/>
              <p:nvPr/>
            </p:nvSpPr>
            <p:spPr>
              <a:xfrm rot="6997346">
                <a:off x="11587935" y="4901938"/>
                <a:ext cx="128719" cy="14727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  <a:gd name="connsiteX0-281" fmla="*/ 0 w 195060"/>
                  <a:gd name="connsiteY0-282" fmla="*/ 223173 h 223173"/>
                  <a:gd name="connsiteX1-283" fmla="*/ 195060 w 195060"/>
                  <a:gd name="connsiteY1-284" fmla="*/ 0 h 22317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95060" h="223173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6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1" name="组合 110"/>
          <p:cNvGrpSpPr/>
          <p:nvPr/>
        </p:nvGrpSpPr>
        <p:grpSpPr>
          <a:xfrm rot="20532747">
            <a:off x="7568703" y="802976"/>
            <a:ext cx="774928" cy="923380"/>
            <a:chOff x="507876" y="722140"/>
            <a:chExt cx="774928" cy="923380"/>
          </a:xfrm>
        </p:grpSpPr>
        <p:sp>
          <p:nvSpPr>
            <p:cNvPr id="112" name="椭圆 111"/>
            <p:cNvSpPr/>
            <p:nvPr/>
          </p:nvSpPr>
          <p:spPr>
            <a:xfrm flipV="1">
              <a:off x="1142127" y="1504843"/>
              <a:ext cx="140677" cy="140677"/>
            </a:xfrm>
            <a:prstGeom prst="ellipse">
              <a:avLst/>
            </a:prstGeom>
            <a:solidFill>
              <a:srgbClr val="13D6EB"/>
            </a:solidFill>
            <a:ln>
              <a:solidFill>
                <a:srgbClr val="13D6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 flipV="1">
              <a:off x="525192" y="722140"/>
              <a:ext cx="140677" cy="140677"/>
            </a:xfrm>
            <a:prstGeom prst="ellipse">
              <a:avLst/>
            </a:prstGeom>
            <a:solidFill>
              <a:srgbClr val="13D6EB"/>
            </a:solidFill>
            <a:ln>
              <a:solidFill>
                <a:srgbClr val="13D6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4" name="直接连接符 113"/>
            <p:cNvCxnSpPr>
              <a:stCxn id="113" idx="0"/>
              <a:endCxn id="112" idx="3"/>
            </p:cNvCxnSpPr>
            <p:nvPr/>
          </p:nvCxnSpPr>
          <p:spPr>
            <a:xfrm rot="1067253">
              <a:off x="507876" y="965291"/>
              <a:ext cx="742508" cy="457681"/>
            </a:xfrm>
            <a:prstGeom prst="line">
              <a:avLst/>
            </a:prstGeom>
            <a:ln>
              <a:solidFill>
                <a:srgbClr val="13D6EB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/>
          <p:cNvGrpSpPr/>
          <p:nvPr/>
        </p:nvGrpSpPr>
        <p:grpSpPr>
          <a:xfrm>
            <a:off x="10853813" y="1602319"/>
            <a:ext cx="530493" cy="1204586"/>
            <a:chOff x="3019253" y="1093136"/>
            <a:chExt cx="530493" cy="1204586"/>
          </a:xfrm>
        </p:grpSpPr>
        <p:sp>
          <p:nvSpPr>
            <p:cNvPr id="116" name="椭圆 115"/>
            <p:cNvSpPr/>
            <p:nvPr/>
          </p:nvSpPr>
          <p:spPr>
            <a:xfrm flipV="1">
              <a:off x="3019253" y="1093136"/>
              <a:ext cx="140677" cy="140677"/>
            </a:xfrm>
            <a:prstGeom prst="ellipse">
              <a:avLst/>
            </a:prstGeom>
            <a:solidFill>
              <a:srgbClr val="13D6EB"/>
            </a:solidFill>
            <a:ln>
              <a:solidFill>
                <a:srgbClr val="13D6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 flipV="1">
              <a:off x="3409069" y="1819421"/>
              <a:ext cx="140677" cy="140677"/>
            </a:xfrm>
            <a:prstGeom prst="ellipse">
              <a:avLst/>
            </a:prstGeom>
            <a:solidFill>
              <a:srgbClr val="13D6EB"/>
            </a:solidFill>
            <a:ln>
              <a:solidFill>
                <a:srgbClr val="13D6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 flipV="1">
              <a:off x="3169918" y="2157045"/>
              <a:ext cx="140677" cy="140677"/>
            </a:xfrm>
            <a:prstGeom prst="ellipse">
              <a:avLst/>
            </a:prstGeom>
            <a:solidFill>
              <a:srgbClr val="13D6EB"/>
            </a:solidFill>
            <a:ln>
              <a:solidFill>
                <a:srgbClr val="13D6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9" name="直接连接符 118"/>
            <p:cNvCxnSpPr>
              <a:stCxn id="116" idx="7"/>
              <a:endCxn id="117" idx="3"/>
            </p:cNvCxnSpPr>
            <p:nvPr/>
          </p:nvCxnSpPr>
          <p:spPr>
            <a:xfrm>
              <a:off x="3139328" y="1213211"/>
              <a:ext cx="290343" cy="626812"/>
            </a:xfrm>
            <a:prstGeom prst="line">
              <a:avLst/>
            </a:prstGeom>
            <a:ln>
              <a:solidFill>
                <a:srgbClr val="13D6EB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>
              <a:stCxn id="117" idx="5"/>
              <a:endCxn id="118" idx="0"/>
            </p:cNvCxnSpPr>
            <p:nvPr/>
          </p:nvCxnSpPr>
          <p:spPr>
            <a:xfrm flipH="1">
              <a:off x="3240257" y="1840023"/>
              <a:ext cx="288887" cy="457699"/>
            </a:xfrm>
            <a:prstGeom prst="line">
              <a:avLst/>
            </a:prstGeom>
            <a:ln>
              <a:solidFill>
                <a:srgbClr val="13D6EB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组合 120"/>
          <p:cNvGrpSpPr/>
          <p:nvPr/>
        </p:nvGrpSpPr>
        <p:grpSpPr>
          <a:xfrm rot="1255243">
            <a:off x="9007736" y="920782"/>
            <a:ext cx="1778771" cy="1178288"/>
            <a:chOff x="1659043" y="703884"/>
            <a:chExt cx="1778771" cy="1178288"/>
          </a:xfrm>
        </p:grpSpPr>
        <p:sp>
          <p:nvSpPr>
            <p:cNvPr id="122" name="椭圆 121"/>
            <p:cNvSpPr/>
            <p:nvPr/>
          </p:nvSpPr>
          <p:spPr>
            <a:xfrm flipV="1">
              <a:off x="1668618" y="1741495"/>
              <a:ext cx="140677" cy="140677"/>
            </a:xfrm>
            <a:prstGeom prst="ellipse">
              <a:avLst/>
            </a:prstGeom>
            <a:solidFill>
              <a:srgbClr val="13D6EB"/>
            </a:solidFill>
            <a:ln>
              <a:solidFill>
                <a:srgbClr val="13D6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 flipV="1">
              <a:off x="2071973" y="859740"/>
              <a:ext cx="140677" cy="140677"/>
            </a:xfrm>
            <a:prstGeom prst="ellipse">
              <a:avLst/>
            </a:prstGeom>
            <a:solidFill>
              <a:srgbClr val="13D6EB"/>
            </a:solidFill>
            <a:ln>
              <a:solidFill>
                <a:srgbClr val="13D6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4" name="直接连接符 123"/>
            <p:cNvCxnSpPr>
              <a:stCxn id="122" idx="5"/>
              <a:endCxn id="123" idx="1"/>
            </p:cNvCxnSpPr>
            <p:nvPr/>
          </p:nvCxnSpPr>
          <p:spPr>
            <a:xfrm rot="20344757" flipV="1">
              <a:off x="1659043" y="1059855"/>
              <a:ext cx="563182" cy="622203"/>
            </a:xfrm>
            <a:prstGeom prst="line">
              <a:avLst/>
            </a:prstGeom>
            <a:ln>
              <a:solidFill>
                <a:srgbClr val="13D6EB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>
              <a:stCxn id="116" idx="3"/>
              <a:endCxn id="123" idx="6"/>
            </p:cNvCxnSpPr>
            <p:nvPr/>
          </p:nvCxnSpPr>
          <p:spPr>
            <a:xfrm rot="20344757" flipH="1" flipV="1">
              <a:off x="2276479" y="703884"/>
              <a:ext cx="1161335" cy="571916"/>
            </a:xfrm>
            <a:prstGeom prst="line">
              <a:avLst/>
            </a:prstGeom>
            <a:ln>
              <a:solidFill>
                <a:srgbClr val="13D6EB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组合 140"/>
          <p:cNvGrpSpPr/>
          <p:nvPr/>
        </p:nvGrpSpPr>
        <p:grpSpPr>
          <a:xfrm rot="920444">
            <a:off x="3101028" y="4362064"/>
            <a:ext cx="577446" cy="566828"/>
            <a:chOff x="10646778" y="4753862"/>
            <a:chExt cx="751521" cy="737702"/>
          </a:xfrm>
        </p:grpSpPr>
        <p:sp>
          <p:nvSpPr>
            <p:cNvPr id="142" name="五角星 2"/>
            <p:cNvSpPr/>
            <p:nvPr/>
          </p:nvSpPr>
          <p:spPr>
            <a:xfrm rot="20227648" flipH="1">
              <a:off x="10648573" y="4753862"/>
              <a:ext cx="749726" cy="728735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noFill/>
            </a:ln>
            <a:effectLst>
              <a:outerShdw blurRad="76200" dist="50800" dir="5400000" algn="t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10646778" y="4762829"/>
              <a:ext cx="749726" cy="728735"/>
              <a:chOff x="11012539" y="4493889"/>
              <a:chExt cx="749726" cy="728735"/>
            </a:xfrm>
          </p:grpSpPr>
          <p:sp>
            <p:nvSpPr>
              <p:cNvPr id="144" name="五角星 2"/>
              <p:cNvSpPr/>
              <p:nvPr/>
            </p:nvSpPr>
            <p:spPr>
              <a:xfrm rot="20227648" flipH="1">
                <a:off x="11012539" y="4493889"/>
                <a:ext cx="749726" cy="728735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64E4F2"/>
              </a:solidFill>
              <a:ln w="15875">
                <a:solidFill>
                  <a:schemeClr val="bg1"/>
                </a:solidFill>
              </a:ln>
              <a:effectLst>
                <a:innerShdw blurRad="292100">
                  <a:srgbClr val="00B0F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五角星 2"/>
              <p:cNvSpPr/>
              <p:nvPr/>
            </p:nvSpPr>
            <p:spPr>
              <a:xfrm rot="20424262">
                <a:off x="11046365" y="4655056"/>
                <a:ext cx="290576" cy="221980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457199" h="349269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8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五角星 2"/>
              <p:cNvSpPr/>
              <p:nvPr/>
            </p:nvSpPr>
            <p:spPr>
              <a:xfrm rot="6997346">
                <a:off x="11587935" y="4901938"/>
                <a:ext cx="128719" cy="14727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  <a:gd name="connsiteX0-281" fmla="*/ 0 w 195060"/>
                  <a:gd name="connsiteY0-282" fmla="*/ 223173 h 223173"/>
                  <a:gd name="connsiteX1-283" fmla="*/ 195060 w 195060"/>
                  <a:gd name="connsiteY1-284" fmla="*/ 0 h 22317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95060" h="223173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6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2" name="组合 91"/>
          <p:cNvGrpSpPr/>
          <p:nvPr/>
        </p:nvGrpSpPr>
        <p:grpSpPr>
          <a:xfrm>
            <a:off x="1" y="4531757"/>
            <a:ext cx="12191999" cy="2326243"/>
            <a:chOff x="1" y="4546271"/>
            <a:chExt cx="12191999" cy="2326243"/>
          </a:xfrm>
        </p:grpSpPr>
        <p:sp>
          <p:nvSpPr>
            <p:cNvPr id="39" name="任意多边形 38"/>
            <p:cNvSpPr/>
            <p:nvPr/>
          </p:nvSpPr>
          <p:spPr>
            <a:xfrm>
              <a:off x="1" y="4546271"/>
              <a:ext cx="12191999" cy="2311729"/>
            </a:xfrm>
            <a:custGeom>
              <a:avLst/>
              <a:gdLst>
                <a:gd name="connsiteX0" fmla="*/ 12191999 w 12191999"/>
                <a:gd name="connsiteY0" fmla="*/ 0 h 2311729"/>
                <a:gd name="connsiteX1" fmla="*/ 12191999 w 12191999"/>
                <a:gd name="connsiteY1" fmla="*/ 2311729 h 2311729"/>
                <a:gd name="connsiteX2" fmla="*/ 0 w 12191999"/>
                <a:gd name="connsiteY2" fmla="*/ 2311729 h 2311729"/>
                <a:gd name="connsiteX3" fmla="*/ 0 w 12191999"/>
                <a:gd name="connsiteY3" fmla="*/ 2020458 h 2311729"/>
                <a:gd name="connsiteX4" fmla="*/ 0 w 12191999"/>
                <a:gd name="connsiteY4" fmla="*/ 237172 h 2311729"/>
                <a:gd name="connsiteX5" fmla="*/ 63480 w 12191999"/>
                <a:gd name="connsiteY5" fmla="*/ 213939 h 2311729"/>
                <a:gd name="connsiteX6" fmla="*/ 348343 w 12191999"/>
                <a:gd name="connsiteY6" fmla="*/ 170871 h 2311729"/>
                <a:gd name="connsiteX7" fmla="*/ 1306287 w 12191999"/>
                <a:gd name="connsiteY7" fmla="*/ 1128815 h 2311729"/>
                <a:gd name="connsiteX8" fmla="*/ 1286825 w 12191999"/>
                <a:gd name="connsiteY8" fmla="*/ 1321874 h 2311729"/>
                <a:gd name="connsiteX9" fmla="*/ 1256605 w 12191999"/>
                <a:gd name="connsiteY9" fmla="*/ 1419229 h 2311729"/>
                <a:gd name="connsiteX10" fmla="*/ 1344679 w 12191999"/>
                <a:gd name="connsiteY10" fmla="*/ 1371424 h 2311729"/>
                <a:gd name="connsiteX11" fmla="*/ 1683656 w 12191999"/>
                <a:gd name="connsiteY11" fmla="*/ 1302987 h 2311729"/>
                <a:gd name="connsiteX12" fmla="*/ 2299446 w 12191999"/>
                <a:gd name="connsiteY12" fmla="*/ 1558056 h 2311729"/>
                <a:gd name="connsiteX13" fmla="*/ 2381189 w 12191999"/>
                <a:gd name="connsiteY13" fmla="*/ 1657129 h 2311729"/>
                <a:gd name="connsiteX14" fmla="*/ 2427737 w 12191999"/>
                <a:gd name="connsiteY14" fmla="*/ 1596410 h 2311729"/>
                <a:gd name="connsiteX15" fmla="*/ 3069771 w 12191999"/>
                <a:gd name="connsiteY15" fmla="*/ 1302987 h 2311729"/>
                <a:gd name="connsiteX16" fmla="*/ 3544503 w 12191999"/>
                <a:gd name="connsiteY16" fmla="*/ 1447998 h 2311729"/>
                <a:gd name="connsiteX17" fmla="*/ 3657745 w 12191999"/>
                <a:gd name="connsiteY17" fmla="*/ 1541431 h 2311729"/>
                <a:gd name="connsiteX18" fmla="*/ 3713651 w 12191999"/>
                <a:gd name="connsiteY18" fmla="*/ 1519404 h 2311729"/>
                <a:gd name="connsiteX19" fmla="*/ 3897086 w 12191999"/>
                <a:gd name="connsiteY19" fmla="*/ 1491671 h 2311729"/>
                <a:gd name="connsiteX20" fmla="*/ 4241977 w 12191999"/>
                <a:gd name="connsiteY20" fmla="*/ 1597020 h 2311729"/>
                <a:gd name="connsiteX21" fmla="*/ 4317999 w 12191999"/>
                <a:gd name="connsiteY21" fmla="*/ 1659743 h 2311729"/>
                <a:gd name="connsiteX22" fmla="*/ 4359994 w 12191999"/>
                <a:gd name="connsiteY22" fmla="*/ 1582372 h 2311729"/>
                <a:gd name="connsiteX23" fmla="*/ 5021945 w 12191999"/>
                <a:gd name="connsiteY23" fmla="*/ 1230415 h 2311729"/>
                <a:gd name="connsiteX24" fmla="*/ 5757498 w 12191999"/>
                <a:gd name="connsiteY24" fmla="*/ 1717972 h 2311729"/>
                <a:gd name="connsiteX25" fmla="*/ 5775109 w 12191999"/>
                <a:gd name="connsiteY25" fmla="*/ 1774705 h 2311729"/>
                <a:gd name="connsiteX26" fmla="*/ 5877396 w 12191999"/>
                <a:gd name="connsiteY26" fmla="*/ 1742952 h 2311729"/>
                <a:gd name="connsiteX27" fmla="*/ 5994403 w 12191999"/>
                <a:gd name="connsiteY27" fmla="*/ 1731157 h 2311729"/>
                <a:gd name="connsiteX28" fmla="*/ 6319003 w 12191999"/>
                <a:gd name="connsiteY28" fmla="*/ 1830310 h 2311729"/>
                <a:gd name="connsiteX29" fmla="*/ 6349718 w 12191999"/>
                <a:gd name="connsiteY29" fmla="*/ 1855653 h 2311729"/>
                <a:gd name="connsiteX30" fmla="*/ 6372196 w 12191999"/>
                <a:gd name="connsiteY30" fmla="*/ 1783240 h 2311729"/>
                <a:gd name="connsiteX31" fmla="*/ 7228113 w 12191999"/>
                <a:gd name="connsiteY31" fmla="*/ 1215901 h 2311729"/>
                <a:gd name="connsiteX32" fmla="*/ 7884955 w 12191999"/>
                <a:gd name="connsiteY32" fmla="*/ 1487974 h 2311729"/>
                <a:gd name="connsiteX33" fmla="*/ 7933395 w 12191999"/>
                <a:gd name="connsiteY33" fmla="*/ 1546684 h 2311729"/>
                <a:gd name="connsiteX34" fmla="*/ 8036368 w 12191999"/>
                <a:gd name="connsiteY34" fmla="*/ 1487498 h 2311729"/>
                <a:gd name="connsiteX35" fmla="*/ 8432799 w 12191999"/>
                <a:gd name="connsiteY35" fmla="*/ 1397328 h 2311729"/>
                <a:gd name="connsiteX36" fmla="*/ 9191035 w 12191999"/>
                <a:gd name="connsiteY36" fmla="*/ 1800479 h 2311729"/>
                <a:gd name="connsiteX37" fmla="*/ 9210518 w 12191999"/>
                <a:gd name="connsiteY37" fmla="*/ 1836373 h 2311729"/>
                <a:gd name="connsiteX38" fmla="*/ 9258709 w 12191999"/>
                <a:gd name="connsiteY38" fmla="*/ 1810216 h 2311729"/>
                <a:gd name="connsiteX39" fmla="*/ 9470570 w 12191999"/>
                <a:gd name="connsiteY39" fmla="*/ 1767443 h 2311729"/>
                <a:gd name="connsiteX40" fmla="*/ 9682431 w 12191999"/>
                <a:gd name="connsiteY40" fmla="*/ 1810216 h 2311729"/>
                <a:gd name="connsiteX41" fmla="*/ 9768141 w 12191999"/>
                <a:gd name="connsiteY41" fmla="*/ 1856738 h 2311729"/>
                <a:gd name="connsiteX42" fmla="*/ 9791010 w 12191999"/>
                <a:gd name="connsiteY42" fmla="*/ 1783067 h 2311729"/>
                <a:gd name="connsiteX43" fmla="*/ 10570028 w 12191999"/>
                <a:gd name="connsiteY43" fmla="*/ 1266699 h 2311729"/>
                <a:gd name="connsiteX44" fmla="*/ 10821441 w 12191999"/>
                <a:gd name="connsiteY44" fmla="*/ 1304709 h 2311729"/>
                <a:gd name="connsiteX45" fmla="*/ 10893902 w 12191999"/>
                <a:gd name="connsiteY45" fmla="*/ 1333259 h 2311729"/>
                <a:gd name="connsiteX46" fmla="*/ 10916253 w 12191999"/>
                <a:gd name="connsiteY46" fmla="*/ 1261255 h 2311729"/>
                <a:gd name="connsiteX47" fmla="*/ 11444514 w 12191999"/>
                <a:gd name="connsiteY47" fmla="*/ 911100 h 2311729"/>
                <a:gd name="connsiteX48" fmla="*/ 11446790 w 12191999"/>
                <a:gd name="connsiteY48" fmla="*/ 911330 h 2311729"/>
                <a:gd name="connsiteX49" fmla="*/ 11437256 w 12191999"/>
                <a:gd name="connsiteY49" fmla="*/ 816759 h 2311729"/>
                <a:gd name="connsiteX50" fmla="*/ 12173467 w 12191999"/>
                <a:gd name="connsiteY50" fmla="*/ 936 h 231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91999" h="2311729">
                  <a:moveTo>
                    <a:pt x="12191999" y="0"/>
                  </a:moveTo>
                  <a:lnTo>
                    <a:pt x="12191999" y="2311729"/>
                  </a:lnTo>
                  <a:lnTo>
                    <a:pt x="0" y="2311729"/>
                  </a:lnTo>
                  <a:lnTo>
                    <a:pt x="0" y="2020458"/>
                  </a:lnTo>
                  <a:lnTo>
                    <a:pt x="0" y="237172"/>
                  </a:lnTo>
                  <a:lnTo>
                    <a:pt x="63480" y="213939"/>
                  </a:lnTo>
                  <a:cubicBezTo>
                    <a:pt x="153468" y="185949"/>
                    <a:pt x="249145" y="170871"/>
                    <a:pt x="348343" y="170871"/>
                  </a:cubicBezTo>
                  <a:cubicBezTo>
                    <a:pt x="877401" y="170871"/>
                    <a:pt x="1306287" y="599757"/>
                    <a:pt x="1306287" y="1128815"/>
                  </a:cubicBezTo>
                  <a:cubicBezTo>
                    <a:pt x="1306287" y="1194948"/>
                    <a:pt x="1299586" y="1259515"/>
                    <a:pt x="1286825" y="1321874"/>
                  </a:cubicBezTo>
                  <a:lnTo>
                    <a:pt x="1256605" y="1419229"/>
                  </a:lnTo>
                  <a:lnTo>
                    <a:pt x="1344679" y="1371424"/>
                  </a:lnTo>
                  <a:cubicBezTo>
                    <a:pt x="1448867" y="1327356"/>
                    <a:pt x="1563416" y="1302987"/>
                    <a:pt x="1683656" y="1302987"/>
                  </a:cubicBezTo>
                  <a:cubicBezTo>
                    <a:pt x="1924137" y="1302987"/>
                    <a:pt x="2141852" y="1400461"/>
                    <a:pt x="2299446" y="1558056"/>
                  </a:cubicBezTo>
                  <a:lnTo>
                    <a:pt x="2381189" y="1657129"/>
                  </a:lnTo>
                  <a:lnTo>
                    <a:pt x="2427737" y="1596410"/>
                  </a:lnTo>
                  <a:cubicBezTo>
                    <a:pt x="2583425" y="1416679"/>
                    <a:pt x="2813321" y="1302987"/>
                    <a:pt x="3069771" y="1302987"/>
                  </a:cubicBezTo>
                  <a:cubicBezTo>
                    <a:pt x="3245622" y="1302987"/>
                    <a:pt x="3408987" y="1356446"/>
                    <a:pt x="3544503" y="1447998"/>
                  </a:cubicBezTo>
                  <a:lnTo>
                    <a:pt x="3657745" y="1541431"/>
                  </a:lnTo>
                  <a:lnTo>
                    <a:pt x="3713651" y="1519404"/>
                  </a:lnTo>
                  <a:cubicBezTo>
                    <a:pt x="3771598" y="1501381"/>
                    <a:pt x="3833208" y="1491671"/>
                    <a:pt x="3897086" y="1491671"/>
                  </a:cubicBezTo>
                  <a:cubicBezTo>
                    <a:pt x="4024841" y="1491671"/>
                    <a:pt x="4143526" y="1530508"/>
                    <a:pt x="4241977" y="1597020"/>
                  </a:cubicBezTo>
                  <a:lnTo>
                    <a:pt x="4317999" y="1659743"/>
                  </a:lnTo>
                  <a:lnTo>
                    <a:pt x="4359994" y="1582372"/>
                  </a:lnTo>
                  <a:cubicBezTo>
                    <a:pt x="4503453" y="1370026"/>
                    <a:pt x="4746395" y="1230415"/>
                    <a:pt x="5021945" y="1230415"/>
                  </a:cubicBezTo>
                  <a:cubicBezTo>
                    <a:pt x="5352605" y="1230415"/>
                    <a:pt x="5636309" y="1431455"/>
                    <a:pt x="5757498" y="1717972"/>
                  </a:cubicBezTo>
                  <a:lnTo>
                    <a:pt x="5775109" y="1774705"/>
                  </a:lnTo>
                  <a:lnTo>
                    <a:pt x="5877396" y="1742952"/>
                  </a:lnTo>
                  <a:cubicBezTo>
                    <a:pt x="5915189" y="1735219"/>
                    <a:pt x="5954321" y="1731157"/>
                    <a:pt x="5994403" y="1731157"/>
                  </a:cubicBezTo>
                  <a:cubicBezTo>
                    <a:pt x="6114640" y="1731157"/>
                    <a:pt x="6226343" y="1767710"/>
                    <a:pt x="6319003" y="1830310"/>
                  </a:cubicBezTo>
                  <a:lnTo>
                    <a:pt x="6349718" y="1855653"/>
                  </a:lnTo>
                  <a:lnTo>
                    <a:pt x="6372196" y="1783240"/>
                  </a:lnTo>
                  <a:cubicBezTo>
                    <a:pt x="6513213" y="1449839"/>
                    <a:pt x="6843343" y="1215901"/>
                    <a:pt x="7228113" y="1215901"/>
                  </a:cubicBezTo>
                  <a:cubicBezTo>
                    <a:pt x="7484626" y="1215901"/>
                    <a:pt x="7716855" y="1319874"/>
                    <a:pt x="7884955" y="1487974"/>
                  </a:cubicBezTo>
                  <a:lnTo>
                    <a:pt x="7933395" y="1546684"/>
                  </a:lnTo>
                  <a:lnTo>
                    <a:pt x="8036368" y="1487498"/>
                  </a:lnTo>
                  <a:cubicBezTo>
                    <a:pt x="8156294" y="1429711"/>
                    <a:pt x="8290765" y="1397328"/>
                    <a:pt x="8432799" y="1397328"/>
                  </a:cubicBezTo>
                  <a:cubicBezTo>
                    <a:pt x="8748430" y="1397328"/>
                    <a:pt x="9026710" y="1557246"/>
                    <a:pt x="9191035" y="1800479"/>
                  </a:cubicBezTo>
                  <a:lnTo>
                    <a:pt x="9210518" y="1836373"/>
                  </a:lnTo>
                  <a:lnTo>
                    <a:pt x="9258709" y="1810216"/>
                  </a:lnTo>
                  <a:cubicBezTo>
                    <a:pt x="9323827" y="1782674"/>
                    <a:pt x="9395420" y="1767443"/>
                    <a:pt x="9470570" y="1767443"/>
                  </a:cubicBezTo>
                  <a:cubicBezTo>
                    <a:pt x="9545720" y="1767443"/>
                    <a:pt x="9617313" y="1782674"/>
                    <a:pt x="9682431" y="1810216"/>
                  </a:cubicBezTo>
                  <a:lnTo>
                    <a:pt x="9768141" y="1856738"/>
                  </a:lnTo>
                  <a:lnTo>
                    <a:pt x="9791010" y="1783067"/>
                  </a:lnTo>
                  <a:cubicBezTo>
                    <a:pt x="9919358" y="1479619"/>
                    <a:pt x="10219827" y="1266699"/>
                    <a:pt x="10570028" y="1266699"/>
                  </a:cubicBezTo>
                  <a:cubicBezTo>
                    <a:pt x="10657578" y="1266699"/>
                    <a:pt x="10742020" y="1280007"/>
                    <a:pt x="10821441" y="1304709"/>
                  </a:cubicBezTo>
                  <a:lnTo>
                    <a:pt x="10893902" y="1333259"/>
                  </a:lnTo>
                  <a:lnTo>
                    <a:pt x="10916253" y="1261255"/>
                  </a:lnTo>
                  <a:cubicBezTo>
                    <a:pt x="11003287" y="1055484"/>
                    <a:pt x="11207039" y="911100"/>
                    <a:pt x="11444514" y="911100"/>
                  </a:cubicBezTo>
                  <a:lnTo>
                    <a:pt x="11446790" y="911330"/>
                  </a:lnTo>
                  <a:lnTo>
                    <a:pt x="11437256" y="816759"/>
                  </a:lnTo>
                  <a:cubicBezTo>
                    <a:pt x="11437256" y="392161"/>
                    <a:pt x="11759948" y="42931"/>
                    <a:pt x="12173467" y="9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r="16200000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1" y="4560785"/>
              <a:ext cx="12191999" cy="2311729"/>
            </a:xfrm>
            <a:custGeom>
              <a:avLst/>
              <a:gdLst>
                <a:gd name="connsiteX0" fmla="*/ 12191999 w 12191999"/>
                <a:gd name="connsiteY0" fmla="*/ 0 h 2311729"/>
                <a:gd name="connsiteX1" fmla="*/ 12191999 w 12191999"/>
                <a:gd name="connsiteY1" fmla="*/ 2311729 h 2311729"/>
                <a:gd name="connsiteX2" fmla="*/ 0 w 12191999"/>
                <a:gd name="connsiteY2" fmla="*/ 2311729 h 2311729"/>
                <a:gd name="connsiteX3" fmla="*/ 0 w 12191999"/>
                <a:gd name="connsiteY3" fmla="*/ 2020458 h 2311729"/>
                <a:gd name="connsiteX4" fmla="*/ 0 w 12191999"/>
                <a:gd name="connsiteY4" fmla="*/ 237172 h 2311729"/>
                <a:gd name="connsiteX5" fmla="*/ 63480 w 12191999"/>
                <a:gd name="connsiteY5" fmla="*/ 213939 h 2311729"/>
                <a:gd name="connsiteX6" fmla="*/ 348343 w 12191999"/>
                <a:gd name="connsiteY6" fmla="*/ 170871 h 2311729"/>
                <a:gd name="connsiteX7" fmla="*/ 1306287 w 12191999"/>
                <a:gd name="connsiteY7" fmla="*/ 1128815 h 2311729"/>
                <a:gd name="connsiteX8" fmla="*/ 1286825 w 12191999"/>
                <a:gd name="connsiteY8" fmla="*/ 1321874 h 2311729"/>
                <a:gd name="connsiteX9" fmla="*/ 1256605 w 12191999"/>
                <a:gd name="connsiteY9" fmla="*/ 1419229 h 2311729"/>
                <a:gd name="connsiteX10" fmla="*/ 1344679 w 12191999"/>
                <a:gd name="connsiteY10" fmla="*/ 1371424 h 2311729"/>
                <a:gd name="connsiteX11" fmla="*/ 1683656 w 12191999"/>
                <a:gd name="connsiteY11" fmla="*/ 1302987 h 2311729"/>
                <a:gd name="connsiteX12" fmla="*/ 2299446 w 12191999"/>
                <a:gd name="connsiteY12" fmla="*/ 1558056 h 2311729"/>
                <a:gd name="connsiteX13" fmla="*/ 2381189 w 12191999"/>
                <a:gd name="connsiteY13" fmla="*/ 1657129 h 2311729"/>
                <a:gd name="connsiteX14" fmla="*/ 2427737 w 12191999"/>
                <a:gd name="connsiteY14" fmla="*/ 1596410 h 2311729"/>
                <a:gd name="connsiteX15" fmla="*/ 3069771 w 12191999"/>
                <a:gd name="connsiteY15" fmla="*/ 1302987 h 2311729"/>
                <a:gd name="connsiteX16" fmla="*/ 3544503 w 12191999"/>
                <a:gd name="connsiteY16" fmla="*/ 1447998 h 2311729"/>
                <a:gd name="connsiteX17" fmla="*/ 3657745 w 12191999"/>
                <a:gd name="connsiteY17" fmla="*/ 1541431 h 2311729"/>
                <a:gd name="connsiteX18" fmla="*/ 3713651 w 12191999"/>
                <a:gd name="connsiteY18" fmla="*/ 1519404 h 2311729"/>
                <a:gd name="connsiteX19" fmla="*/ 3897086 w 12191999"/>
                <a:gd name="connsiteY19" fmla="*/ 1491671 h 2311729"/>
                <a:gd name="connsiteX20" fmla="*/ 4241977 w 12191999"/>
                <a:gd name="connsiteY20" fmla="*/ 1597020 h 2311729"/>
                <a:gd name="connsiteX21" fmla="*/ 4317999 w 12191999"/>
                <a:gd name="connsiteY21" fmla="*/ 1659743 h 2311729"/>
                <a:gd name="connsiteX22" fmla="*/ 4359994 w 12191999"/>
                <a:gd name="connsiteY22" fmla="*/ 1582372 h 2311729"/>
                <a:gd name="connsiteX23" fmla="*/ 5021945 w 12191999"/>
                <a:gd name="connsiteY23" fmla="*/ 1230415 h 2311729"/>
                <a:gd name="connsiteX24" fmla="*/ 5757498 w 12191999"/>
                <a:gd name="connsiteY24" fmla="*/ 1717972 h 2311729"/>
                <a:gd name="connsiteX25" fmla="*/ 5775109 w 12191999"/>
                <a:gd name="connsiteY25" fmla="*/ 1774705 h 2311729"/>
                <a:gd name="connsiteX26" fmla="*/ 5877396 w 12191999"/>
                <a:gd name="connsiteY26" fmla="*/ 1742952 h 2311729"/>
                <a:gd name="connsiteX27" fmla="*/ 5994403 w 12191999"/>
                <a:gd name="connsiteY27" fmla="*/ 1731157 h 2311729"/>
                <a:gd name="connsiteX28" fmla="*/ 6319003 w 12191999"/>
                <a:gd name="connsiteY28" fmla="*/ 1830310 h 2311729"/>
                <a:gd name="connsiteX29" fmla="*/ 6349718 w 12191999"/>
                <a:gd name="connsiteY29" fmla="*/ 1855653 h 2311729"/>
                <a:gd name="connsiteX30" fmla="*/ 6372196 w 12191999"/>
                <a:gd name="connsiteY30" fmla="*/ 1783240 h 2311729"/>
                <a:gd name="connsiteX31" fmla="*/ 7228113 w 12191999"/>
                <a:gd name="connsiteY31" fmla="*/ 1215901 h 2311729"/>
                <a:gd name="connsiteX32" fmla="*/ 7884955 w 12191999"/>
                <a:gd name="connsiteY32" fmla="*/ 1487974 h 2311729"/>
                <a:gd name="connsiteX33" fmla="*/ 7933395 w 12191999"/>
                <a:gd name="connsiteY33" fmla="*/ 1546684 h 2311729"/>
                <a:gd name="connsiteX34" fmla="*/ 8036368 w 12191999"/>
                <a:gd name="connsiteY34" fmla="*/ 1487498 h 2311729"/>
                <a:gd name="connsiteX35" fmla="*/ 8432799 w 12191999"/>
                <a:gd name="connsiteY35" fmla="*/ 1397328 h 2311729"/>
                <a:gd name="connsiteX36" fmla="*/ 9191035 w 12191999"/>
                <a:gd name="connsiteY36" fmla="*/ 1800479 h 2311729"/>
                <a:gd name="connsiteX37" fmla="*/ 9210518 w 12191999"/>
                <a:gd name="connsiteY37" fmla="*/ 1836373 h 2311729"/>
                <a:gd name="connsiteX38" fmla="*/ 9258709 w 12191999"/>
                <a:gd name="connsiteY38" fmla="*/ 1810216 h 2311729"/>
                <a:gd name="connsiteX39" fmla="*/ 9470570 w 12191999"/>
                <a:gd name="connsiteY39" fmla="*/ 1767443 h 2311729"/>
                <a:gd name="connsiteX40" fmla="*/ 9682431 w 12191999"/>
                <a:gd name="connsiteY40" fmla="*/ 1810216 h 2311729"/>
                <a:gd name="connsiteX41" fmla="*/ 9768141 w 12191999"/>
                <a:gd name="connsiteY41" fmla="*/ 1856738 h 2311729"/>
                <a:gd name="connsiteX42" fmla="*/ 9791010 w 12191999"/>
                <a:gd name="connsiteY42" fmla="*/ 1783067 h 2311729"/>
                <a:gd name="connsiteX43" fmla="*/ 10570028 w 12191999"/>
                <a:gd name="connsiteY43" fmla="*/ 1266699 h 2311729"/>
                <a:gd name="connsiteX44" fmla="*/ 10821441 w 12191999"/>
                <a:gd name="connsiteY44" fmla="*/ 1304709 h 2311729"/>
                <a:gd name="connsiteX45" fmla="*/ 10893902 w 12191999"/>
                <a:gd name="connsiteY45" fmla="*/ 1333259 h 2311729"/>
                <a:gd name="connsiteX46" fmla="*/ 10916253 w 12191999"/>
                <a:gd name="connsiteY46" fmla="*/ 1261255 h 2311729"/>
                <a:gd name="connsiteX47" fmla="*/ 11444514 w 12191999"/>
                <a:gd name="connsiteY47" fmla="*/ 911100 h 2311729"/>
                <a:gd name="connsiteX48" fmla="*/ 11446790 w 12191999"/>
                <a:gd name="connsiteY48" fmla="*/ 911330 h 2311729"/>
                <a:gd name="connsiteX49" fmla="*/ 11437256 w 12191999"/>
                <a:gd name="connsiteY49" fmla="*/ 816759 h 2311729"/>
                <a:gd name="connsiteX50" fmla="*/ 12173467 w 12191999"/>
                <a:gd name="connsiteY50" fmla="*/ 936 h 231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91999" h="2311729">
                  <a:moveTo>
                    <a:pt x="12191999" y="0"/>
                  </a:moveTo>
                  <a:lnTo>
                    <a:pt x="12191999" y="2311729"/>
                  </a:lnTo>
                  <a:lnTo>
                    <a:pt x="0" y="2311729"/>
                  </a:lnTo>
                  <a:lnTo>
                    <a:pt x="0" y="2020458"/>
                  </a:lnTo>
                  <a:lnTo>
                    <a:pt x="0" y="237172"/>
                  </a:lnTo>
                  <a:lnTo>
                    <a:pt x="63480" y="213939"/>
                  </a:lnTo>
                  <a:cubicBezTo>
                    <a:pt x="153468" y="185949"/>
                    <a:pt x="249145" y="170871"/>
                    <a:pt x="348343" y="170871"/>
                  </a:cubicBezTo>
                  <a:cubicBezTo>
                    <a:pt x="877401" y="170871"/>
                    <a:pt x="1306287" y="599757"/>
                    <a:pt x="1306287" y="1128815"/>
                  </a:cubicBezTo>
                  <a:cubicBezTo>
                    <a:pt x="1306287" y="1194948"/>
                    <a:pt x="1299586" y="1259515"/>
                    <a:pt x="1286825" y="1321874"/>
                  </a:cubicBezTo>
                  <a:lnTo>
                    <a:pt x="1256605" y="1419229"/>
                  </a:lnTo>
                  <a:lnTo>
                    <a:pt x="1344679" y="1371424"/>
                  </a:lnTo>
                  <a:cubicBezTo>
                    <a:pt x="1448867" y="1327356"/>
                    <a:pt x="1563416" y="1302987"/>
                    <a:pt x="1683656" y="1302987"/>
                  </a:cubicBezTo>
                  <a:cubicBezTo>
                    <a:pt x="1924137" y="1302987"/>
                    <a:pt x="2141852" y="1400461"/>
                    <a:pt x="2299446" y="1558056"/>
                  </a:cubicBezTo>
                  <a:lnTo>
                    <a:pt x="2381189" y="1657129"/>
                  </a:lnTo>
                  <a:lnTo>
                    <a:pt x="2427737" y="1596410"/>
                  </a:lnTo>
                  <a:cubicBezTo>
                    <a:pt x="2583425" y="1416679"/>
                    <a:pt x="2813321" y="1302987"/>
                    <a:pt x="3069771" y="1302987"/>
                  </a:cubicBezTo>
                  <a:cubicBezTo>
                    <a:pt x="3245622" y="1302987"/>
                    <a:pt x="3408987" y="1356446"/>
                    <a:pt x="3544503" y="1447998"/>
                  </a:cubicBezTo>
                  <a:lnTo>
                    <a:pt x="3657745" y="1541431"/>
                  </a:lnTo>
                  <a:lnTo>
                    <a:pt x="3713651" y="1519404"/>
                  </a:lnTo>
                  <a:cubicBezTo>
                    <a:pt x="3771598" y="1501381"/>
                    <a:pt x="3833208" y="1491671"/>
                    <a:pt x="3897086" y="1491671"/>
                  </a:cubicBezTo>
                  <a:cubicBezTo>
                    <a:pt x="4024841" y="1491671"/>
                    <a:pt x="4143526" y="1530508"/>
                    <a:pt x="4241977" y="1597020"/>
                  </a:cubicBezTo>
                  <a:lnTo>
                    <a:pt x="4317999" y="1659743"/>
                  </a:lnTo>
                  <a:lnTo>
                    <a:pt x="4359994" y="1582372"/>
                  </a:lnTo>
                  <a:cubicBezTo>
                    <a:pt x="4503453" y="1370026"/>
                    <a:pt x="4746395" y="1230415"/>
                    <a:pt x="5021945" y="1230415"/>
                  </a:cubicBezTo>
                  <a:cubicBezTo>
                    <a:pt x="5352605" y="1230415"/>
                    <a:pt x="5636309" y="1431455"/>
                    <a:pt x="5757498" y="1717972"/>
                  </a:cubicBezTo>
                  <a:lnTo>
                    <a:pt x="5775109" y="1774705"/>
                  </a:lnTo>
                  <a:lnTo>
                    <a:pt x="5877396" y="1742952"/>
                  </a:lnTo>
                  <a:cubicBezTo>
                    <a:pt x="5915189" y="1735219"/>
                    <a:pt x="5954321" y="1731157"/>
                    <a:pt x="5994403" y="1731157"/>
                  </a:cubicBezTo>
                  <a:cubicBezTo>
                    <a:pt x="6114640" y="1731157"/>
                    <a:pt x="6226343" y="1767710"/>
                    <a:pt x="6319003" y="1830310"/>
                  </a:cubicBezTo>
                  <a:lnTo>
                    <a:pt x="6349718" y="1855653"/>
                  </a:lnTo>
                  <a:lnTo>
                    <a:pt x="6372196" y="1783240"/>
                  </a:lnTo>
                  <a:cubicBezTo>
                    <a:pt x="6513213" y="1449839"/>
                    <a:pt x="6843343" y="1215901"/>
                    <a:pt x="7228113" y="1215901"/>
                  </a:cubicBezTo>
                  <a:cubicBezTo>
                    <a:pt x="7484626" y="1215901"/>
                    <a:pt x="7716855" y="1319874"/>
                    <a:pt x="7884955" y="1487974"/>
                  </a:cubicBezTo>
                  <a:lnTo>
                    <a:pt x="7933395" y="1546684"/>
                  </a:lnTo>
                  <a:lnTo>
                    <a:pt x="8036368" y="1487498"/>
                  </a:lnTo>
                  <a:cubicBezTo>
                    <a:pt x="8156294" y="1429711"/>
                    <a:pt x="8290765" y="1397328"/>
                    <a:pt x="8432799" y="1397328"/>
                  </a:cubicBezTo>
                  <a:cubicBezTo>
                    <a:pt x="8748430" y="1397328"/>
                    <a:pt x="9026710" y="1557246"/>
                    <a:pt x="9191035" y="1800479"/>
                  </a:cubicBezTo>
                  <a:lnTo>
                    <a:pt x="9210518" y="1836373"/>
                  </a:lnTo>
                  <a:lnTo>
                    <a:pt x="9258709" y="1810216"/>
                  </a:lnTo>
                  <a:cubicBezTo>
                    <a:pt x="9323827" y="1782674"/>
                    <a:pt x="9395420" y="1767443"/>
                    <a:pt x="9470570" y="1767443"/>
                  </a:cubicBezTo>
                  <a:cubicBezTo>
                    <a:pt x="9545720" y="1767443"/>
                    <a:pt x="9617313" y="1782674"/>
                    <a:pt x="9682431" y="1810216"/>
                  </a:cubicBezTo>
                  <a:lnTo>
                    <a:pt x="9768141" y="1856738"/>
                  </a:lnTo>
                  <a:lnTo>
                    <a:pt x="9791010" y="1783067"/>
                  </a:lnTo>
                  <a:cubicBezTo>
                    <a:pt x="9919358" y="1479619"/>
                    <a:pt x="10219827" y="1266699"/>
                    <a:pt x="10570028" y="1266699"/>
                  </a:cubicBezTo>
                  <a:cubicBezTo>
                    <a:pt x="10657578" y="1266699"/>
                    <a:pt x="10742020" y="1280007"/>
                    <a:pt x="10821441" y="1304709"/>
                  </a:cubicBezTo>
                  <a:lnTo>
                    <a:pt x="10893902" y="1333259"/>
                  </a:lnTo>
                  <a:lnTo>
                    <a:pt x="10916253" y="1261255"/>
                  </a:lnTo>
                  <a:cubicBezTo>
                    <a:pt x="11003287" y="1055484"/>
                    <a:pt x="11207039" y="911100"/>
                    <a:pt x="11444514" y="911100"/>
                  </a:cubicBezTo>
                  <a:lnTo>
                    <a:pt x="11446790" y="911330"/>
                  </a:lnTo>
                  <a:lnTo>
                    <a:pt x="11437256" y="816759"/>
                  </a:lnTo>
                  <a:cubicBezTo>
                    <a:pt x="11437256" y="392161"/>
                    <a:pt x="11759948" y="42931"/>
                    <a:pt x="12173467" y="936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/>
              </a:solidFill>
            </a:ln>
            <a:effectLst>
              <a:innerShdw blurRad="266700" dist="139700" dir="16200000">
                <a:srgbClr val="18ACCA">
                  <a:alpha val="30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10040735" y="2656685"/>
            <a:ext cx="1772498" cy="1986264"/>
            <a:chOff x="9945761" y="4535871"/>
            <a:chExt cx="1772498" cy="1986264"/>
          </a:xfrm>
        </p:grpSpPr>
        <p:sp>
          <p:nvSpPr>
            <p:cNvPr id="148" name="圆角矩形 147"/>
            <p:cNvSpPr/>
            <p:nvPr/>
          </p:nvSpPr>
          <p:spPr>
            <a:xfrm>
              <a:off x="10526487" y="5428190"/>
              <a:ext cx="328183" cy="134639"/>
            </a:xfrm>
            <a:prstGeom prst="roundRect">
              <a:avLst/>
            </a:prstGeom>
            <a:solidFill>
              <a:srgbClr val="C8740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圆角矩形 148"/>
            <p:cNvSpPr/>
            <p:nvPr/>
          </p:nvSpPr>
          <p:spPr>
            <a:xfrm rot="1452078">
              <a:off x="10593807" y="5007442"/>
              <a:ext cx="286109" cy="48806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0" name="组合 149"/>
            <p:cNvGrpSpPr/>
            <p:nvPr/>
          </p:nvGrpSpPr>
          <p:grpSpPr>
            <a:xfrm rot="17559220">
              <a:off x="10526211" y="4117280"/>
              <a:ext cx="611597" cy="1772498"/>
              <a:chOff x="2994660" y="1680210"/>
              <a:chExt cx="1234440" cy="3577590"/>
            </a:xfrm>
            <a:solidFill>
              <a:srgbClr val="FFC000"/>
            </a:solidFill>
          </p:grpSpPr>
          <p:sp>
            <p:nvSpPr>
              <p:cNvPr id="162" name="椭圆 161"/>
              <p:cNvSpPr/>
              <p:nvPr/>
            </p:nvSpPr>
            <p:spPr>
              <a:xfrm>
                <a:off x="3080385" y="1680210"/>
                <a:ext cx="1062990" cy="1062990"/>
              </a:xfrm>
              <a:prstGeom prst="ellipse">
                <a:avLst/>
              </a:prstGeom>
              <a:solidFill>
                <a:srgbClr val="84F6FC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3423285" y="4983480"/>
                <a:ext cx="377190" cy="27432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矩形 163"/>
              <p:cNvSpPr/>
              <p:nvPr/>
            </p:nvSpPr>
            <p:spPr>
              <a:xfrm>
                <a:off x="3314700" y="4297680"/>
                <a:ext cx="594360" cy="74295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矩形 164"/>
              <p:cNvSpPr/>
              <p:nvPr/>
            </p:nvSpPr>
            <p:spPr>
              <a:xfrm>
                <a:off x="3177540" y="2514600"/>
                <a:ext cx="868680" cy="1874520"/>
              </a:xfrm>
              <a:prstGeom prst="rect">
                <a:avLst/>
              </a:prstGeom>
              <a:grpFill/>
              <a:ln w="6350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梯形 165"/>
              <p:cNvSpPr/>
              <p:nvPr/>
            </p:nvSpPr>
            <p:spPr>
              <a:xfrm>
                <a:off x="2994660" y="2137410"/>
                <a:ext cx="1234440" cy="457200"/>
              </a:xfrm>
              <a:prstGeom prst="trapezoid">
                <a:avLst>
                  <a:gd name="adj" fmla="val 4323"/>
                </a:avLst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1" name="椭圆 150"/>
            <p:cNvSpPr/>
            <p:nvPr/>
          </p:nvSpPr>
          <p:spPr>
            <a:xfrm>
              <a:off x="10644296" y="5276721"/>
              <a:ext cx="100980" cy="10098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2" name="直接连接符 151"/>
            <p:cNvCxnSpPr>
              <a:stCxn id="148" idx="2"/>
            </p:cNvCxnSpPr>
            <p:nvPr/>
          </p:nvCxnSpPr>
          <p:spPr>
            <a:xfrm flipH="1">
              <a:off x="10686371" y="5562830"/>
              <a:ext cx="4207" cy="95089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 flipH="1">
              <a:off x="10274038" y="5565635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10806985" y="5551610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矩形 157"/>
            <p:cNvSpPr/>
            <p:nvPr/>
          </p:nvSpPr>
          <p:spPr>
            <a:xfrm rot="17559220">
              <a:off x="10853495" y="4455518"/>
              <a:ext cx="79608" cy="824798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158"/>
            <p:cNvSpPr/>
            <p:nvPr/>
          </p:nvSpPr>
          <p:spPr>
            <a:xfrm rot="17559220">
              <a:off x="10743004" y="4722219"/>
              <a:ext cx="79608" cy="824798"/>
            </a:xfrm>
            <a:prstGeom prst="rect">
              <a:avLst/>
            </a:prstGeom>
            <a:solidFill>
              <a:srgbClr val="FC9204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/>
            <p:cNvSpPr/>
            <p:nvPr/>
          </p:nvSpPr>
          <p:spPr>
            <a:xfrm rot="17559220">
              <a:off x="10372657" y="4488927"/>
              <a:ext cx="84972" cy="178859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 160"/>
            <p:cNvSpPr/>
            <p:nvPr/>
          </p:nvSpPr>
          <p:spPr>
            <a:xfrm rot="17559220">
              <a:off x="11189014" y="5155725"/>
              <a:ext cx="256730" cy="87380"/>
            </a:xfrm>
            <a:prstGeom prst="rect">
              <a:avLst/>
            </a:prstGeom>
            <a:solidFill>
              <a:schemeClr val="tx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9335411" y="3961966"/>
            <a:ext cx="2308359" cy="1447795"/>
            <a:chOff x="594424" y="1153191"/>
            <a:chExt cx="2605976" cy="1634460"/>
          </a:xfrm>
        </p:grpSpPr>
        <p:sp>
          <p:nvSpPr>
            <p:cNvPr id="82" name="任意多边形 81"/>
            <p:cNvSpPr/>
            <p:nvPr/>
          </p:nvSpPr>
          <p:spPr>
            <a:xfrm>
              <a:off x="616196" y="1175175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52400" dist="889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594424" y="1153191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91F0FD"/>
              </a:solidFill>
            </a:ln>
            <a:effectLst>
              <a:innerShdw blurRad="355600" dist="114300" dir="3600000">
                <a:srgbClr val="19B4C9">
                  <a:alpha val="71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5" name="PA_文本框 2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 txBox="1"/>
          <p:nvPr>
            <p:custDataLst>
              <p:tags r:id="rId1"/>
            </p:custDataLst>
          </p:nvPr>
        </p:nvSpPr>
        <p:spPr>
          <a:xfrm>
            <a:off x="1932024" y="1408232"/>
            <a:ext cx="6896956" cy="193675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4000" b="1" cap="all" spc="2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202</a:t>
            </a:r>
            <a:r>
              <a:rPr lang="en-US" sz="4000" b="1" cap="all" spc="2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6</a:t>
            </a:r>
            <a:r>
              <a:rPr sz="4000" b="1" cap="all" spc="2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年</a:t>
            </a:r>
            <a:r>
              <a:rPr lang="zh-CN" sz="4000" b="1" cap="all" spc="2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龙源幼儿园幼升小</a:t>
            </a:r>
            <a:endParaRPr lang="zh-CN" sz="4000" b="1" cap="all" spc="200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+mj-cs"/>
            </a:endParaRPr>
          </a:p>
          <a:p>
            <a:pPr algn="ctr">
              <a:lnSpc>
                <a:spcPct val="150000"/>
              </a:lnSpc>
            </a:pPr>
            <a:r>
              <a:rPr lang="zh-CN" sz="4000" b="1" cap="all" spc="2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家长信息排摸要求</a:t>
            </a:r>
            <a:endParaRPr lang="zh-CN" sz="4000" b="1" cap="all" spc="200" dirty="0">
              <a:latin typeface="Microsoft YaHei UI" panose="020B0503020204020204" pitchFamily="34" charset="-122"/>
              <a:ea typeface="Microsoft YaHei UI" panose="020B0503020204020204" pitchFamily="34" charset="-122"/>
              <a:cs typeface="+mj-cs"/>
            </a:endParaRPr>
          </a:p>
        </p:txBody>
      </p:sp>
      <p:sp>
        <p:nvSpPr>
          <p:cNvPr id="86" name="副标题 2"/>
          <p:cNvSpPr txBox="1"/>
          <p:nvPr/>
        </p:nvSpPr>
        <p:spPr>
          <a:xfrm>
            <a:off x="2079119" y="4315019"/>
            <a:ext cx="7145518" cy="1071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2025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19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4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26365" y="99060"/>
            <a:ext cx="12433935" cy="6852920"/>
          </a:xfrm>
          <a:prstGeom prst="rect">
            <a:avLst/>
          </a:pr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2874273" y="3166815"/>
            <a:ext cx="1643449" cy="630195"/>
          </a:xfrm>
          <a:prstGeom prst="line">
            <a:avLst/>
          </a:prstGeom>
          <a:ln>
            <a:solidFill>
              <a:srgbClr val="22F1F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6277530" y="3205173"/>
            <a:ext cx="1492696" cy="402124"/>
          </a:xfrm>
          <a:prstGeom prst="line">
            <a:avLst/>
          </a:prstGeom>
          <a:ln>
            <a:solidFill>
              <a:srgbClr val="22F1F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3778060" y="4856861"/>
            <a:ext cx="3048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信息采集的时间与方式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92461" y="3731906"/>
            <a:ext cx="1810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信息采集对象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8314111" y="4457242"/>
            <a:ext cx="1472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十字星 12"/>
          <p:cNvSpPr/>
          <p:nvPr>
            <p:custDataLst>
              <p:tags r:id="rId6"/>
            </p:custDataLst>
          </p:nvPr>
        </p:nvSpPr>
        <p:spPr>
          <a:xfrm>
            <a:off x="4928593" y="3031727"/>
            <a:ext cx="317500" cy="317500"/>
          </a:xfrm>
          <a:prstGeom prst="star4">
            <a:avLst/>
          </a:prstGeom>
          <a:solidFill>
            <a:srgbClr val="D6F1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6F133"/>
              </a:solidFill>
            </a:endParaRPr>
          </a:p>
        </p:txBody>
      </p:sp>
      <p:sp>
        <p:nvSpPr>
          <p:cNvPr id="14" name="十字星 13"/>
          <p:cNvSpPr/>
          <p:nvPr>
            <p:custDataLst>
              <p:tags r:id="rId7"/>
            </p:custDataLst>
          </p:nvPr>
        </p:nvSpPr>
        <p:spPr>
          <a:xfrm>
            <a:off x="7898920" y="2458028"/>
            <a:ext cx="317500" cy="317500"/>
          </a:xfrm>
          <a:prstGeom prst="star4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星 14"/>
          <p:cNvSpPr/>
          <p:nvPr>
            <p:custDataLst>
              <p:tags r:id="rId8"/>
            </p:custDataLst>
          </p:nvPr>
        </p:nvSpPr>
        <p:spPr>
          <a:xfrm rot="1004115">
            <a:off x="10998075" y="3056531"/>
            <a:ext cx="317500" cy="31750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>
            <p:custDataLst>
              <p:tags r:id="rId9"/>
            </p:custDataLst>
          </p:nvPr>
        </p:nvGrpSpPr>
        <p:grpSpPr>
          <a:xfrm>
            <a:off x="1384254" y="2154122"/>
            <a:ext cx="1172591" cy="1179462"/>
            <a:chOff x="1507267" y="4270987"/>
            <a:chExt cx="1172591" cy="1179462"/>
          </a:xfrm>
        </p:grpSpPr>
        <p:sp>
          <p:nvSpPr>
            <p:cNvPr id="17" name="五角星 2"/>
            <p:cNvSpPr/>
            <p:nvPr>
              <p:custDataLst>
                <p:tags r:id="rId10"/>
              </p:custDataLst>
            </p:nvPr>
          </p:nvSpPr>
          <p:spPr>
            <a:xfrm rot="1013228">
              <a:off x="1507267" y="4270987"/>
              <a:ext cx="1172591" cy="1179462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rgbClr val="0BEEF9"/>
            </a:solidFill>
            <a:ln w="63500">
              <a:noFill/>
            </a:ln>
            <a:effectLst>
              <a:outerShdw blurRad="190500" dist="63500" dir="5400000" algn="t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 extrusionH="76200" contourW="31750" prstMaterial="plastic">
              <a:bevelT w="438150" h="158750" prst="angle"/>
              <a:bevelB w="88900"/>
              <a:extrusionClr>
                <a:srgbClr val="0DDBF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>
              <p:custDataLst>
                <p:tags r:id="rId11"/>
              </p:custDataLst>
            </p:nvPr>
          </p:nvSpPr>
          <p:spPr>
            <a:xfrm>
              <a:off x="1795409" y="4589978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n w="25400">
                    <a:solidFill>
                      <a:srgbClr val="FF0000"/>
                    </a:solidFill>
                  </a:ln>
                  <a:solidFill>
                    <a:schemeClr val="bg1"/>
                  </a:solidFill>
                  <a:latin typeface="方正超粗黑简体" panose="03000509000000000000" pitchFamily="65" charset="-122"/>
                  <a:ea typeface="方正超粗黑简体" panose="03000509000000000000" pitchFamily="65" charset="-122"/>
                </a:rPr>
                <a:t>一</a:t>
              </a:r>
              <a:endParaRPr lang="zh-CN" altLang="en-US" sz="3200" dirty="0">
                <a:ln w="25400">
                  <a:solidFill>
                    <a:srgbClr val="FF0000"/>
                  </a:solidFill>
                </a:ln>
                <a:solidFill>
                  <a:schemeClr val="bg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4898416" y="3219191"/>
            <a:ext cx="1133041" cy="1139680"/>
            <a:chOff x="4287746" y="3033409"/>
            <a:chExt cx="1133041" cy="1139680"/>
          </a:xfrm>
        </p:grpSpPr>
        <p:sp>
          <p:nvSpPr>
            <p:cNvPr id="20" name="五角星 2"/>
            <p:cNvSpPr/>
            <p:nvPr>
              <p:custDataLst>
                <p:tags r:id="rId13"/>
              </p:custDataLst>
            </p:nvPr>
          </p:nvSpPr>
          <p:spPr>
            <a:xfrm rot="20712691">
              <a:off x="4287746" y="3033409"/>
              <a:ext cx="1133041" cy="1139680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rgbClr val="85E80E"/>
            </a:solidFill>
            <a:ln w="63500">
              <a:noFill/>
            </a:ln>
            <a:effectLst>
              <a:outerShdw blurRad="190500" dist="63500" dir="5400000" algn="t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 extrusionH="76200" contourW="31750">
              <a:bevelT w="438150" h="158750" prst="angle"/>
              <a:bevelB w="88900"/>
              <a:extrusionClr>
                <a:srgbClr val="0DDBF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>
              <p:custDataLst>
                <p:tags r:id="rId14"/>
              </p:custDataLst>
            </p:nvPr>
          </p:nvSpPr>
          <p:spPr>
            <a:xfrm>
              <a:off x="4550401" y="3361038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ln w="25400">
                    <a:solidFill>
                      <a:schemeClr val="accent6">
                        <a:lumMod val="75000"/>
                      </a:schemeClr>
                    </a:solidFill>
                  </a:ln>
                  <a:solidFill>
                    <a:srgbClr val="F5AF01"/>
                  </a:solidFill>
                  <a:latin typeface="Arial Black" panose="020B0A04020102020204" pitchFamily="34" charset="0"/>
                  <a:ea typeface="方正超粗黑简体" panose="03000509000000000000" pitchFamily="65" charset="-122"/>
                </a:rPr>
                <a:t>二</a:t>
              </a:r>
              <a:endParaRPr lang="zh-CN" altLang="en-US" sz="3200" dirty="0">
                <a:ln w="25400">
                  <a:solidFill>
                    <a:schemeClr val="accent6">
                      <a:lumMod val="75000"/>
                    </a:schemeClr>
                  </a:solidFill>
                </a:ln>
                <a:solidFill>
                  <a:srgbClr val="F5AF01"/>
                </a:solidFill>
                <a:latin typeface="Arial Black" panose="020B0A04020102020204" pitchFamily="34" charset="0"/>
                <a:ea typeface="方正超粗黑简体" panose="03000509000000000000" pitchFamily="65" charset="-122"/>
              </a:endParaRPr>
            </a:p>
          </p:txBody>
        </p:sp>
      </p:grp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7245350" y="3004185"/>
            <a:ext cx="5892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n w="25400">
                  <a:solidFill>
                    <a:schemeClr val="tx1"/>
                  </a:solidFill>
                </a:ln>
                <a:solidFill>
                  <a:srgbClr val="76CE0C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、</a:t>
            </a:r>
            <a:endParaRPr lang="zh-CN" altLang="en-US" sz="3200" dirty="0">
              <a:ln w="25400">
                <a:solidFill>
                  <a:schemeClr val="tx1"/>
                </a:solidFill>
              </a:ln>
              <a:solidFill>
                <a:srgbClr val="76CE0C"/>
              </a:solidFill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16"/>
            </p:custDataLst>
          </p:nvPr>
        </p:nvGrpSpPr>
        <p:grpSpPr>
          <a:xfrm>
            <a:off x="8252348" y="2816890"/>
            <a:ext cx="1172591" cy="1179462"/>
            <a:chOff x="10332808" y="2773348"/>
            <a:chExt cx="1172591" cy="1179462"/>
          </a:xfrm>
        </p:grpSpPr>
        <p:sp>
          <p:nvSpPr>
            <p:cNvPr id="26" name="五角星 2"/>
            <p:cNvSpPr/>
            <p:nvPr>
              <p:custDataLst>
                <p:tags r:id="rId17"/>
              </p:custDataLst>
            </p:nvPr>
          </p:nvSpPr>
          <p:spPr>
            <a:xfrm rot="1517109">
              <a:off x="10332808" y="2773348"/>
              <a:ext cx="1172591" cy="1179462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rgbClr val="FF5B76"/>
            </a:solidFill>
            <a:ln w="63500">
              <a:noFill/>
            </a:ln>
            <a:effectLst>
              <a:outerShdw blurRad="190500" dist="63500" dir="5400000" algn="t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 extrusionH="76200" contourW="31750">
              <a:bevelT w="438150" h="158750" prst="angle"/>
              <a:bevelB w="88900"/>
              <a:extrusionClr>
                <a:srgbClr val="FF798F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>
              <p:custDataLst>
                <p:tags r:id="rId18"/>
              </p:custDataLst>
            </p:nvPr>
          </p:nvSpPr>
          <p:spPr>
            <a:xfrm>
              <a:off x="10621585" y="3163292"/>
              <a:ext cx="5892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n w="25400"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  <a:solidFill>
                    <a:srgbClr val="19B4C9"/>
                  </a:solidFill>
                  <a:latin typeface="方正超粗黑简体" panose="03000509000000000000" pitchFamily="65" charset="-122"/>
                  <a:ea typeface="方正超粗黑简体" panose="03000509000000000000" pitchFamily="65" charset="-122"/>
                </a:rPr>
                <a:t>三</a:t>
              </a:r>
              <a:endParaRPr lang="zh-CN" altLang="en-US" sz="3200" dirty="0">
                <a:ln w="25400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rgbClr val="19B4C9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</p:grpSp>
      <p:sp>
        <p:nvSpPr>
          <p:cNvPr id="28" name="椭圆 27"/>
          <p:cNvSpPr/>
          <p:nvPr>
            <p:custDataLst>
              <p:tags r:id="rId19"/>
            </p:custDataLst>
          </p:nvPr>
        </p:nvSpPr>
        <p:spPr>
          <a:xfrm>
            <a:off x="1152101" y="1944613"/>
            <a:ext cx="1643449" cy="1643449"/>
          </a:xfrm>
          <a:prstGeom prst="ellipse">
            <a:avLst/>
          </a:prstGeom>
          <a:noFill/>
          <a:ln>
            <a:solidFill>
              <a:srgbClr val="22F1F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十字星 28"/>
          <p:cNvSpPr/>
          <p:nvPr>
            <p:custDataLst>
              <p:tags r:id="rId20"/>
            </p:custDataLst>
          </p:nvPr>
        </p:nvSpPr>
        <p:spPr>
          <a:xfrm rot="20953261">
            <a:off x="2529664" y="2188225"/>
            <a:ext cx="317500" cy="317500"/>
          </a:xfrm>
          <a:prstGeom prst="star4">
            <a:avLst/>
          </a:prstGeom>
          <a:solidFill>
            <a:srgbClr val="06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1"/>
            </p:custDataLst>
          </p:nvPr>
        </p:nvSpPr>
        <p:spPr>
          <a:xfrm>
            <a:off x="4637084" y="3004360"/>
            <a:ext cx="1643449" cy="1643449"/>
          </a:xfrm>
          <a:prstGeom prst="ellipse">
            <a:avLst/>
          </a:prstGeom>
          <a:noFill/>
          <a:ln>
            <a:solidFill>
              <a:srgbClr val="D6F1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2"/>
            </p:custDataLst>
          </p:nvPr>
        </p:nvSpPr>
        <p:spPr>
          <a:xfrm>
            <a:off x="8056852" y="2678864"/>
            <a:ext cx="1643449" cy="1643449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 flipV="1">
            <a:off x="-1" y="-20256"/>
            <a:ext cx="12192001" cy="2346499"/>
            <a:chOff x="-1" y="4546271"/>
            <a:chExt cx="12192001" cy="2346499"/>
          </a:xfrm>
        </p:grpSpPr>
        <p:sp>
          <p:nvSpPr>
            <p:cNvPr id="35" name="任意多边形 34"/>
            <p:cNvSpPr/>
            <p:nvPr/>
          </p:nvSpPr>
          <p:spPr>
            <a:xfrm>
              <a:off x="1" y="4546271"/>
              <a:ext cx="12191999" cy="2311729"/>
            </a:xfrm>
            <a:custGeom>
              <a:avLst/>
              <a:gdLst>
                <a:gd name="connsiteX0" fmla="*/ 12191999 w 12191999"/>
                <a:gd name="connsiteY0" fmla="*/ 0 h 2311729"/>
                <a:gd name="connsiteX1" fmla="*/ 12191999 w 12191999"/>
                <a:gd name="connsiteY1" fmla="*/ 2311729 h 2311729"/>
                <a:gd name="connsiteX2" fmla="*/ 0 w 12191999"/>
                <a:gd name="connsiteY2" fmla="*/ 2311729 h 2311729"/>
                <a:gd name="connsiteX3" fmla="*/ 0 w 12191999"/>
                <a:gd name="connsiteY3" fmla="*/ 2020458 h 2311729"/>
                <a:gd name="connsiteX4" fmla="*/ 0 w 12191999"/>
                <a:gd name="connsiteY4" fmla="*/ 237172 h 2311729"/>
                <a:gd name="connsiteX5" fmla="*/ 63480 w 12191999"/>
                <a:gd name="connsiteY5" fmla="*/ 213939 h 2311729"/>
                <a:gd name="connsiteX6" fmla="*/ 348343 w 12191999"/>
                <a:gd name="connsiteY6" fmla="*/ 170871 h 2311729"/>
                <a:gd name="connsiteX7" fmla="*/ 1306287 w 12191999"/>
                <a:gd name="connsiteY7" fmla="*/ 1128815 h 2311729"/>
                <a:gd name="connsiteX8" fmla="*/ 1286825 w 12191999"/>
                <a:gd name="connsiteY8" fmla="*/ 1321874 h 2311729"/>
                <a:gd name="connsiteX9" fmla="*/ 1256605 w 12191999"/>
                <a:gd name="connsiteY9" fmla="*/ 1419229 h 2311729"/>
                <a:gd name="connsiteX10" fmla="*/ 1344679 w 12191999"/>
                <a:gd name="connsiteY10" fmla="*/ 1371424 h 2311729"/>
                <a:gd name="connsiteX11" fmla="*/ 1683656 w 12191999"/>
                <a:gd name="connsiteY11" fmla="*/ 1302987 h 2311729"/>
                <a:gd name="connsiteX12" fmla="*/ 2299446 w 12191999"/>
                <a:gd name="connsiteY12" fmla="*/ 1558056 h 2311729"/>
                <a:gd name="connsiteX13" fmla="*/ 2381189 w 12191999"/>
                <a:gd name="connsiteY13" fmla="*/ 1657129 h 2311729"/>
                <a:gd name="connsiteX14" fmla="*/ 2427737 w 12191999"/>
                <a:gd name="connsiteY14" fmla="*/ 1596410 h 2311729"/>
                <a:gd name="connsiteX15" fmla="*/ 3069771 w 12191999"/>
                <a:gd name="connsiteY15" fmla="*/ 1302987 h 2311729"/>
                <a:gd name="connsiteX16" fmla="*/ 3544503 w 12191999"/>
                <a:gd name="connsiteY16" fmla="*/ 1447998 h 2311729"/>
                <a:gd name="connsiteX17" fmla="*/ 3657745 w 12191999"/>
                <a:gd name="connsiteY17" fmla="*/ 1541431 h 2311729"/>
                <a:gd name="connsiteX18" fmla="*/ 3713651 w 12191999"/>
                <a:gd name="connsiteY18" fmla="*/ 1519404 h 2311729"/>
                <a:gd name="connsiteX19" fmla="*/ 3897086 w 12191999"/>
                <a:gd name="connsiteY19" fmla="*/ 1491671 h 2311729"/>
                <a:gd name="connsiteX20" fmla="*/ 4241977 w 12191999"/>
                <a:gd name="connsiteY20" fmla="*/ 1597020 h 2311729"/>
                <a:gd name="connsiteX21" fmla="*/ 4317999 w 12191999"/>
                <a:gd name="connsiteY21" fmla="*/ 1659743 h 2311729"/>
                <a:gd name="connsiteX22" fmla="*/ 4359994 w 12191999"/>
                <a:gd name="connsiteY22" fmla="*/ 1582372 h 2311729"/>
                <a:gd name="connsiteX23" fmla="*/ 5021945 w 12191999"/>
                <a:gd name="connsiteY23" fmla="*/ 1230415 h 2311729"/>
                <a:gd name="connsiteX24" fmla="*/ 5757498 w 12191999"/>
                <a:gd name="connsiteY24" fmla="*/ 1717972 h 2311729"/>
                <a:gd name="connsiteX25" fmla="*/ 5775109 w 12191999"/>
                <a:gd name="connsiteY25" fmla="*/ 1774705 h 2311729"/>
                <a:gd name="connsiteX26" fmla="*/ 5877396 w 12191999"/>
                <a:gd name="connsiteY26" fmla="*/ 1742952 h 2311729"/>
                <a:gd name="connsiteX27" fmla="*/ 5994403 w 12191999"/>
                <a:gd name="connsiteY27" fmla="*/ 1731157 h 2311729"/>
                <a:gd name="connsiteX28" fmla="*/ 6319003 w 12191999"/>
                <a:gd name="connsiteY28" fmla="*/ 1830310 h 2311729"/>
                <a:gd name="connsiteX29" fmla="*/ 6349718 w 12191999"/>
                <a:gd name="connsiteY29" fmla="*/ 1855653 h 2311729"/>
                <a:gd name="connsiteX30" fmla="*/ 6372196 w 12191999"/>
                <a:gd name="connsiteY30" fmla="*/ 1783240 h 2311729"/>
                <a:gd name="connsiteX31" fmla="*/ 7228113 w 12191999"/>
                <a:gd name="connsiteY31" fmla="*/ 1215901 h 2311729"/>
                <a:gd name="connsiteX32" fmla="*/ 7884955 w 12191999"/>
                <a:gd name="connsiteY32" fmla="*/ 1487974 h 2311729"/>
                <a:gd name="connsiteX33" fmla="*/ 7933395 w 12191999"/>
                <a:gd name="connsiteY33" fmla="*/ 1546684 h 2311729"/>
                <a:gd name="connsiteX34" fmla="*/ 8036368 w 12191999"/>
                <a:gd name="connsiteY34" fmla="*/ 1487498 h 2311729"/>
                <a:gd name="connsiteX35" fmla="*/ 8432799 w 12191999"/>
                <a:gd name="connsiteY35" fmla="*/ 1397328 h 2311729"/>
                <a:gd name="connsiteX36" fmla="*/ 9191035 w 12191999"/>
                <a:gd name="connsiteY36" fmla="*/ 1800479 h 2311729"/>
                <a:gd name="connsiteX37" fmla="*/ 9210518 w 12191999"/>
                <a:gd name="connsiteY37" fmla="*/ 1836373 h 2311729"/>
                <a:gd name="connsiteX38" fmla="*/ 9258709 w 12191999"/>
                <a:gd name="connsiteY38" fmla="*/ 1810216 h 2311729"/>
                <a:gd name="connsiteX39" fmla="*/ 9470570 w 12191999"/>
                <a:gd name="connsiteY39" fmla="*/ 1767443 h 2311729"/>
                <a:gd name="connsiteX40" fmla="*/ 9682431 w 12191999"/>
                <a:gd name="connsiteY40" fmla="*/ 1810216 h 2311729"/>
                <a:gd name="connsiteX41" fmla="*/ 9768141 w 12191999"/>
                <a:gd name="connsiteY41" fmla="*/ 1856738 h 2311729"/>
                <a:gd name="connsiteX42" fmla="*/ 9791010 w 12191999"/>
                <a:gd name="connsiteY42" fmla="*/ 1783067 h 2311729"/>
                <a:gd name="connsiteX43" fmla="*/ 10570028 w 12191999"/>
                <a:gd name="connsiteY43" fmla="*/ 1266699 h 2311729"/>
                <a:gd name="connsiteX44" fmla="*/ 10821441 w 12191999"/>
                <a:gd name="connsiteY44" fmla="*/ 1304709 h 2311729"/>
                <a:gd name="connsiteX45" fmla="*/ 10893902 w 12191999"/>
                <a:gd name="connsiteY45" fmla="*/ 1333259 h 2311729"/>
                <a:gd name="connsiteX46" fmla="*/ 10916253 w 12191999"/>
                <a:gd name="connsiteY46" fmla="*/ 1261255 h 2311729"/>
                <a:gd name="connsiteX47" fmla="*/ 11444514 w 12191999"/>
                <a:gd name="connsiteY47" fmla="*/ 911100 h 2311729"/>
                <a:gd name="connsiteX48" fmla="*/ 11446790 w 12191999"/>
                <a:gd name="connsiteY48" fmla="*/ 911330 h 2311729"/>
                <a:gd name="connsiteX49" fmla="*/ 11437256 w 12191999"/>
                <a:gd name="connsiteY49" fmla="*/ 816759 h 2311729"/>
                <a:gd name="connsiteX50" fmla="*/ 12173467 w 12191999"/>
                <a:gd name="connsiteY50" fmla="*/ 936 h 231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91999" h="2311729">
                  <a:moveTo>
                    <a:pt x="12191999" y="0"/>
                  </a:moveTo>
                  <a:lnTo>
                    <a:pt x="12191999" y="2311729"/>
                  </a:lnTo>
                  <a:lnTo>
                    <a:pt x="0" y="2311729"/>
                  </a:lnTo>
                  <a:lnTo>
                    <a:pt x="0" y="2020458"/>
                  </a:lnTo>
                  <a:lnTo>
                    <a:pt x="0" y="237172"/>
                  </a:lnTo>
                  <a:lnTo>
                    <a:pt x="63480" y="213939"/>
                  </a:lnTo>
                  <a:cubicBezTo>
                    <a:pt x="153468" y="185949"/>
                    <a:pt x="249145" y="170871"/>
                    <a:pt x="348343" y="170871"/>
                  </a:cubicBezTo>
                  <a:cubicBezTo>
                    <a:pt x="877401" y="170871"/>
                    <a:pt x="1306287" y="599757"/>
                    <a:pt x="1306287" y="1128815"/>
                  </a:cubicBezTo>
                  <a:cubicBezTo>
                    <a:pt x="1306287" y="1194948"/>
                    <a:pt x="1299586" y="1259515"/>
                    <a:pt x="1286825" y="1321874"/>
                  </a:cubicBezTo>
                  <a:lnTo>
                    <a:pt x="1256605" y="1419229"/>
                  </a:lnTo>
                  <a:lnTo>
                    <a:pt x="1344679" y="1371424"/>
                  </a:lnTo>
                  <a:cubicBezTo>
                    <a:pt x="1448867" y="1327356"/>
                    <a:pt x="1563416" y="1302987"/>
                    <a:pt x="1683656" y="1302987"/>
                  </a:cubicBezTo>
                  <a:cubicBezTo>
                    <a:pt x="1924137" y="1302987"/>
                    <a:pt x="2141852" y="1400461"/>
                    <a:pt x="2299446" y="1558056"/>
                  </a:cubicBezTo>
                  <a:lnTo>
                    <a:pt x="2381189" y="1657129"/>
                  </a:lnTo>
                  <a:lnTo>
                    <a:pt x="2427737" y="1596410"/>
                  </a:lnTo>
                  <a:cubicBezTo>
                    <a:pt x="2583425" y="1416679"/>
                    <a:pt x="2813321" y="1302987"/>
                    <a:pt x="3069771" y="1302987"/>
                  </a:cubicBezTo>
                  <a:cubicBezTo>
                    <a:pt x="3245622" y="1302987"/>
                    <a:pt x="3408987" y="1356446"/>
                    <a:pt x="3544503" y="1447998"/>
                  </a:cubicBezTo>
                  <a:lnTo>
                    <a:pt x="3657745" y="1541431"/>
                  </a:lnTo>
                  <a:lnTo>
                    <a:pt x="3713651" y="1519404"/>
                  </a:lnTo>
                  <a:cubicBezTo>
                    <a:pt x="3771598" y="1501381"/>
                    <a:pt x="3833208" y="1491671"/>
                    <a:pt x="3897086" y="1491671"/>
                  </a:cubicBezTo>
                  <a:cubicBezTo>
                    <a:pt x="4024841" y="1491671"/>
                    <a:pt x="4143526" y="1530508"/>
                    <a:pt x="4241977" y="1597020"/>
                  </a:cubicBezTo>
                  <a:lnTo>
                    <a:pt x="4317999" y="1659743"/>
                  </a:lnTo>
                  <a:lnTo>
                    <a:pt x="4359994" y="1582372"/>
                  </a:lnTo>
                  <a:cubicBezTo>
                    <a:pt x="4503453" y="1370026"/>
                    <a:pt x="4746395" y="1230415"/>
                    <a:pt x="5021945" y="1230415"/>
                  </a:cubicBezTo>
                  <a:cubicBezTo>
                    <a:pt x="5352605" y="1230415"/>
                    <a:pt x="5636309" y="1431455"/>
                    <a:pt x="5757498" y="1717972"/>
                  </a:cubicBezTo>
                  <a:lnTo>
                    <a:pt x="5775109" y="1774705"/>
                  </a:lnTo>
                  <a:lnTo>
                    <a:pt x="5877396" y="1742952"/>
                  </a:lnTo>
                  <a:cubicBezTo>
                    <a:pt x="5915189" y="1735219"/>
                    <a:pt x="5954321" y="1731157"/>
                    <a:pt x="5994403" y="1731157"/>
                  </a:cubicBezTo>
                  <a:cubicBezTo>
                    <a:pt x="6114640" y="1731157"/>
                    <a:pt x="6226343" y="1767710"/>
                    <a:pt x="6319003" y="1830310"/>
                  </a:cubicBezTo>
                  <a:lnTo>
                    <a:pt x="6349718" y="1855653"/>
                  </a:lnTo>
                  <a:lnTo>
                    <a:pt x="6372196" y="1783240"/>
                  </a:lnTo>
                  <a:cubicBezTo>
                    <a:pt x="6513213" y="1449839"/>
                    <a:pt x="6843343" y="1215901"/>
                    <a:pt x="7228113" y="1215901"/>
                  </a:cubicBezTo>
                  <a:cubicBezTo>
                    <a:pt x="7484626" y="1215901"/>
                    <a:pt x="7716855" y="1319874"/>
                    <a:pt x="7884955" y="1487974"/>
                  </a:cubicBezTo>
                  <a:lnTo>
                    <a:pt x="7933395" y="1546684"/>
                  </a:lnTo>
                  <a:lnTo>
                    <a:pt x="8036368" y="1487498"/>
                  </a:lnTo>
                  <a:cubicBezTo>
                    <a:pt x="8156294" y="1429711"/>
                    <a:pt x="8290765" y="1397328"/>
                    <a:pt x="8432799" y="1397328"/>
                  </a:cubicBezTo>
                  <a:cubicBezTo>
                    <a:pt x="8748430" y="1397328"/>
                    <a:pt x="9026710" y="1557246"/>
                    <a:pt x="9191035" y="1800479"/>
                  </a:cubicBezTo>
                  <a:lnTo>
                    <a:pt x="9210518" y="1836373"/>
                  </a:lnTo>
                  <a:lnTo>
                    <a:pt x="9258709" y="1810216"/>
                  </a:lnTo>
                  <a:cubicBezTo>
                    <a:pt x="9323827" y="1782674"/>
                    <a:pt x="9395420" y="1767443"/>
                    <a:pt x="9470570" y="1767443"/>
                  </a:cubicBezTo>
                  <a:cubicBezTo>
                    <a:pt x="9545720" y="1767443"/>
                    <a:pt x="9617313" y="1782674"/>
                    <a:pt x="9682431" y="1810216"/>
                  </a:cubicBezTo>
                  <a:lnTo>
                    <a:pt x="9768141" y="1856738"/>
                  </a:lnTo>
                  <a:lnTo>
                    <a:pt x="9791010" y="1783067"/>
                  </a:lnTo>
                  <a:cubicBezTo>
                    <a:pt x="9919358" y="1479619"/>
                    <a:pt x="10219827" y="1266699"/>
                    <a:pt x="10570028" y="1266699"/>
                  </a:cubicBezTo>
                  <a:cubicBezTo>
                    <a:pt x="10657578" y="1266699"/>
                    <a:pt x="10742020" y="1280007"/>
                    <a:pt x="10821441" y="1304709"/>
                  </a:cubicBezTo>
                  <a:lnTo>
                    <a:pt x="10893902" y="1333259"/>
                  </a:lnTo>
                  <a:lnTo>
                    <a:pt x="10916253" y="1261255"/>
                  </a:lnTo>
                  <a:cubicBezTo>
                    <a:pt x="11003287" y="1055484"/>
                    <a:pt x="11207039" y="911100"/>
                    <a:pt x="11444514" y="911100"/>
                  </a:cubicBezTo>
                  <a:lnTo>
                    <a:pt x="11446790" y="911330"/>
                  </a:lnTo>
                  <a:lnTo>
                    <a:pt x="11437256" y="816759"/>
                  </a:lnTo>
                  <a:cubicBezTo>
                    <a:pt x="11437256" y="392161"/>
                    <a:pt x="11759948" y="42931"/>
                    <a:pt x="12173467" y="9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r="16200000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-1" y="4581041"/>
              <a:ext cx="12191999" cy="2311729"/>
            </a:xfrm>
            <a:custGeom>
              <a:avLst/>
              <a:gdLst>
                <a:gd name="connsiteX0" fmla="*/ 12191999 w 12191999"/>
                <a:gd name="connsiteY0" fmla="*/ 0 h 2311729"/>
                <a:gd name="connsiteX1" fmla="*/ 12191999 w 12191999"/>
                <a:gd name="connsiteY1" fmla="*/ 2311729 h 2311729"/>
                <a:gd name="connsiteX2" fmla="*/ 0 w 12191999"/>
                <a:gd name="connsiteY2" fmla="*/ 2311729 h 2311729"/>
                <a:gd name="connsiteX3" fmla="*/ 0 w 12191999"/>
                <a:gd name="connsiteY3" fmla="*/ 2020458 h 2311729"/>
                <a:gd name="connsiteX4" fmla="*/ 0 w 12191999"/>
                <a:gd name="connsiteY4" fmla="*/ 237172 h 2311729"/>
                <a:gd name="connsiteX5" fmla="*/ 63480 w 12191999"/>
                <a:gd name="connsiteY5" fmla="*/ 213939 h 2311729"/>
                <a:gd name="connsiteX6" fmla="*/ 348343 w 12191999"/>
                <a:gd name="connsiteY6" fmla="*/ 170871 h 2311729"/>
                <a:gd name="connsiteX7" fmla="*/ 1306287 w 12191999"/>
                <a:gd name="connsiteY7" fmla="*/ 1128815 h 2311729"/>
                <a:gd name="connsiteX8" fmla="*/ 1286825 w 12191999"/>
                <a:gd name="connsiteY8" fmla="*/ 1321874 h 2311729"/>
                <a:gd name="connsiteX9" fmla="*/ 1256605 w 12191999"/>
                <a:gd name="connsiteY9" fmla="*/ 1419229 h 2311729"/>
                <a:gd name="connsiteX10" fmla="*/ 1344679 w 12191999"/>
                <a:gd name="connsiteY10" fmla="*/ 1371424 h 2311729"/>
                <a:gd name="connsiteX11" fmla="*/ 1683656 w 12191999"/>
                <a:gd name="connsiteY11" fmla="*/ 1302987 h 2311729"/>
                <a:gd name="connsiteX12" fmla="*/ 2299446 w 12191999"/>
                <a:gd name="connsiteY12" fmla="*/ 1558056 h 2311729"/>
                <a:gd name="connsiteX13" fmla="*/ 2381189 w 12191999"/>
                <a:gd name="connsiteY13" fmla="*/ 1657129 h 2311729"/>
                <a:gd name="connsiteX14" fmla="*/ 2427737 w 12191999"/>
                <a:gd name="connsiteY14" fmla="*/ 1596410 h 2311729"/>
                <a:gd name="connsiteX15" fmla="*/ 3069771 w 12191999"/>
                <a:gd name="connsiteY15" fmla="*/ 1302987 h 2311729"/>
                <a:gd name="connsiteX16" fmla="*/ 3544503 w 12191999"/>
                <a:gd name="connsiteY16" fmla="*/ 1447998 h 2311729"/>
                <a:gd name="connsiteX17" fmla="*/ 3657745 w 12191999"/>
                <a:gd name="connsiteY17" fmla="*/ 1541431 h 2311729"/>
                <a:gd name="connsiteX18" fmla="*/ 3713651 w 12191999"/>
                <a:gd name="connsiteY18" fmla="*/ 1519404 h 2311729"/>
                <a:gd name="connsiteX19" fmla="*/ 3897086 w 12191999"/>
                <a:gd name="connsiteY19" fmla="*/ 1491671 h 2311729"/>
                <a:gd name="connsiteX20" fmla="*/ 4241977 w 12191999"/>
                <a:gd name="connsiteY20" fmla="*/ 1597020 h 2311729"/>
                <a:gd name="connsiteX21" fmla="*/ 4317999 w 12191999"/>
                <a:gd name="connsiteY21" fmla="*/ 1659743 h 2311729"/>
                <a:gd name="connsiteX22" fmla="*/ 4359994 w 12191999"/>
                <a:gd name="connsiteY22" fmla="*/ 1582372 h 2311729"/>
                <a:gd name="connsiteX23" fmla="*/ 5021945 w 12191999"/>
                <a:gd name="connsiteY23" fmla="*/ 1230415 h 2311729"/>
                <a:gd name="connsiteX24" fmla="*/ 5757498 w 12191999"/>
                <a:gd name="connsiteY24" fmla="*/ 1717972 h 2311729"/>
                <a:gd name="connsiteX25" fmla="*/ 5775109 w 12191999"/>
                <a:gd name="connsiteY25" fmla="*/ 1774705 h 2311729"/>
                <a:gd name="connsiteX26" fmla="*/ 5877396 w 12191999"/>
                <a:gd name="connsiteY26" fmla="*/ 1742952 h 2311729"/>
                <a:gd name="connsiteX27" fmla="*/ 5994403 w 12191999"/>
                <a:gd name="connsiteY27" fmla="*/ 1731157 h 2311729"/>
                <a:gd name="connsiteX28" fmla="*/ 6319003 w 12191999"/>
                <a:gd name="connsiteY28" fmla="*/ 1830310 h 2311729"/>
                <a:gd name="connsiteX29" fmla="*/ 6349718 w 12191999"/>
                <a:gd name="connsiteY29" fmla="*/ 1855653 h 2311729"/>
                <a:gd name="connsiteX30" fmla="*/ 6372196 w 12191999"/>
                <a:gd name="connsiteY30" fmla="*/ 1783240 h 2311729"/>
                <a:gd name="connsiteX31" fmla="*/ 7228113 w 12191999"/>
                <a:gd name="connsiteY31" fmla="*/ 1215901 h 2311729"/>
                <a:gd name="connsiteX32" fmla="*/ 7884955 w 12191999"/>
                <a:gd name="connsiteY32" fmla="*/ 1487974 h 2311729"/>
                <a:gd name="connsiteX33" fmla="*/ 7933395 w 12191999"/>
                <a:gd name="connsiteY33" fmla="*/ 1546684 h 2311729"/>
                <a:gd name="connsiteX34" fmla="*/ 8036368 w 12191999"/>
                <a:gd name="connsiteY34" fmla="*/ 1487498 h 2311729"/>
                <a:gd name="connsiteX35" fmla="*/ 8432799 w 12191999"/>
                <a:gd name="connsiteY35" fmla="*/ 1397328 h 2311729"/>
                <a:gd name="connsiteX36" fmla="*/ 9191035 w 12191999"/>
                <a:gd name="connsiteY36" fmla="*/ 1800479 h 2311729"/>
                <a:gd name="connsiteX37" fmla="*/ 9210518 w 12191999"/>
                <a:gd name="connsiteY37" fmla="*/ 1836373 h 2311729"/>
                <a:gd name="connsiteX38" fmla="*/ 9258709 w 12191999"/>
                <a:gd name="connsiteY38" fmla="*/ 1810216 h 2311729"/>
                <a:gd name="connsiteX39" fmla="*/ 9470570 w 12191999"/>
                <a:gd name="connsiteY39" fmla="*/ 1767443 h 2311729"/>
                <a:gd name="connsiteX40" fmla="*/ 9682431 w 12191999"/>
                <a:gd name="connsiteY40" fmla="*/ 1810216 h 2311729"/>
                <a:gd name="connsiteX41" fmla="*/ 9768141 w 12191999"/>
                <a:gd name="connsiteY41" fmla="*/ 1856738 h 2311729"/>
                <a:gd name="connsiteX42" fmla="*/ 9791010 w 12191999"/>
                <a:gd name="connsiteY42" fmla="*/ 1783067 h 2311729"/>
                <a:gd name="connsiteX43" fmla="*/ 10570028 w 12191999"/>
                <a:gd name="connsiteY43" fmla="*/ 1266699 h 2311729"/>
                <a:gd name="connsiteX44" fmla="*/ 10821441 w 12191999"/>
                <a:gd name="connsiteY44" fmla="*/ 1304709 h 2311729"/>
                <a:gd name="connsiteX45" fmla="*/ 10893902 w 12191999"/>
                <a:gd name="connsiteY45" fmla="*/ 1333259 h 2311729"/>
                <a:gd name="connsiteX46" fmla="*/ 10916253 w 12191999"/>
                <a:gd name="connsiteY46" fmla="*/ 1261255 h 2311729"/>
                <a:gd name="connsiteX47" fmla="*/ 11444514 w 12191999"/>
                <a:gd name="connsiteY47" fmla="*/ 911100 h 2311729"/>
                <a:gd name="connsiteX48" fmla="*/ 11446790 w 12191999"/>
                <a:gd name="connsiteY48" fmla="*/ 911330 h 2311729"/>
                <a:gd name="connsiteX49" fmla="*/ 11437256 w 12191999"/>
                <a:gd name="connsiteY49" fmla="*/ 816759 h 2311729"/>
                <a:gd name="connsiteX50" fmla="*/ 12173467 w 12191999"/>
                <a:gd name="connsiteY50" fmla="*/ 936 h 231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91999" h="2311729">
                  <a:moveTo>
                    <a:pt x="12191999" y="0"/>
                  </a:moveTo>
                  <a:lnTo>
                    <a:pt x="12191999" y="2311729"/>
                  </a:lnTo>
                  <a:lnTo>
                    <a:pt x="0" y="2311729"/>
                  </a:lnTo>
                  <a:lnTo>
                    <a:pt x="0" y="2020458"/>
                  </a:lnTo>
                  <a:lnTo>
                    <a:pt x="0" y="237172"/>
                  </a:lnTo>
                  <a:lnTo>
                    <a:pt x="63480" y="213939"/>
                  </a:lnTo>
                  <a:cubicBezTo>
                    <a:pt x="153468" y="185949"/>
                    <a:pt x="249145" y="170871"/>
                    <a:pt x="348343" y="170871"/>
                  </a:cubicBezTo>
                  <a:cubicBezTo>
                    <a:pt x="877401" y="170871"/>
                    <a:pt x="1306287" y="599757"/>
                    <a:pt x="1306287" y="1128815"/>
                  </a:cubicBezTo>
                  <a:cubicBezTo>
                    <a:pt x="1306287" y="1194948"/>
                    <a:pt x="1299586" y="1259515"/>
                    <a:pt x="1286825" y="1321874"/>
                  </a:cubicBezTo>
                  <a:lnTo>
                    <a:pt x="1256605" y="1419229"/>
                  </a:lnTo>
                  <a:lnTo>
                    <a:pt x="1344679" y="1371424"/>
                  </a:lnTo>
                  <a:cubicBezTo>
                    <a:pt x="1448867" y="1327356"/>
                    <a:pt x="1563416" y="1302987"/>
                    <a:pt x="1683656" y="1302987"/>
                  </a:cubicBezTo>
                  <a:cubicBezTo>
                    <a:pt x="1924137" y="1302987"/>
                    <a:pt x="2141852" y="1400461"/>
                    <a:pt x="2299446" y="1558056"/>
                  </a:cubicBezTo>
                  <a:lnTo>
                    <a:pt x="2381189" y="1657129"/>
                  </a:lnTo>
                  <a:lnTo>
                    <a:pt x="2427737" y="1596410"/>
                  </a:lnTo>
                  <a:cubicBezTo>
                    <a:pt x="2583425" y="1416679"/>
                    <a:pt x="2813321" y="1302987"/>
                    <a:pt x="3069771" y="1302987"/>
                  </a:cubicBezTo>
                  <a:cubicBezTo>
                    <a:pt x="3245622" y="1302987"/>
                    <a:pt x="3408987" y="1356446"/>
                    <a:pt x="3544503" y="1447998"/>
                  </a:cubicBezTo>
                  <a:lnTo>
                    <a:pt x="3657745" y="1541431"/>
                  </a:lnTo>
                  <a:lnTo>
                    <a:pt x="3713651" y="1519404"/>
                  </a:lnTo>
                  <a:cubicBezTo>
                    <a:pt x="3771598" y="1501381"/>
                    <a:pt x="3833208" y="1491671"/>
                    <a:pt x="3897086" y="1491671"/>
                  </a:cubicBezTo>
                  <a:cubicBezTo>
                    <a:pt x="4024841" y="1491671"/>
                    <a:pt x="4143526" y="1530508"/>
                    <a:pt x="4241977" y="1597020"/>
                  </a:cubicBezTo>
                  <a:lnTo>
                    <a:pt x="4317999" y="1659743"/>
                  </a:lnTo>
                  <a:lnTo>
                    <a:pt x="4359994" y="1582372"/>
                  </a:lnTo>
                  <a:cubicBezTo>
                    <a:pt x="4503453" y="1370026"/>
                    <a:pt x="4746395" y="1230415"/>
                    <a:pt x="5021945" y="1230415"/>
                  </a:cubicBezTo>
                  <a:cubicBezTo>
                    <a:pt x="5352605" y="1230415"/>
                    <a:pt x="5636309" y="1431455"/>
                    <a:pt x="5757498" y="1717972"/>
                  </a:cubicBezTo>
                  <a:lnTo>
                    <a:pt x="5775109" y="1774705"/>
                  </a:lnTo>
                  <a:lnTo>
                    <a:pt x="5877396" y="1742952"/>
                  </a:lnTo>
                  <a:cubicBezTo>
                    <a:pt x="5915189" y="1735219"/>
                    <a:pt x="5954321" y="1731157"/>
                    <a:pt x="5994403" y="1731157"/>
                  </a:cubicBezTo>
                  <a:cubicBezTo>
                    <a:pt x="6114640" y="1731157"/>
                    <a:pt x="6226343" y="1767710"/>
                    <a:pt x="6319003" y="1830310"/>
                  </a:cubicBezTo>
                  <a:lnTo>
                    <a:pt x="6349718" y="1855653"/>
                  </a:lnTo>
                  <a:lnTo>
                    <a:pt x="6372196" y="1783240"/>
                  </a:lnTo>
                  <a:cubicBezTo>
                    <a:pt x="6513213" y="1449839"/>
                    <a:pt x="6843343" y="1215901"/>
                    <a:pt x="7228113" y="1215901"/>
                  </a:cubicBezTo>
                  <a:cubicBezTo>
                    <a:pt x="7484626" y="1215901"/>
                    <a:pt x="7716855" y="1319874"/>
                    <a:pt x="7884955" y="1487974"/>
                  </a:cubicBezTo>
                  <a:lnTo>
                    <a:pt x="7933395" y="1546684"/>
                  </a:lnTo>
                  <a:lnTo>
                    <a:pt x="8036368" y="1487498"/>
                  </a:lnTo>
                  <a:cubicBezTo>
                    <a:pt x="8156294" y="1429711"/>
                    <a:pt x="8290765" y="1397328"/>
                    <a:pt x="8432799" y="1397328"/>
                  </a:cubicBezTo>
                  <a:cubicBezTo>
                    <a:pt x="8748430" y="1397328"/>
                    <a:pt x="9026710" y="1557246"/>
                    <a:pt x="9191035" y="1800479"/>
                  </a:cubicBezTo>
                  <a:lnTo>
                    <a:pt x="9210518" y="1836373"/>
                  </a:lnTo>
                  <a:lnTo>
                    <a:pt x="9258709" y="1810216"/>
                  </a:lnTo>
                  <a:cubicBezTo>
                    <a:pt x="9323827" y="1782674"/>
                    <a:pt x="9395420" y="1767443"/>
                    <a:pt x="9470570" y="1767443"/>
                  </a:cubicBezTo>
                  <a:cubicBezTo>
                    <a:pt x="9545720" y="1767443"/>
                    <a:pt x="9617313" y="1782674"/>
                    <a:pt x="9682431" y="1810216"/>
                  </a:cubicBezTo>
                  <a:lnTo>
                    <a:pt x="9768141" y="1856738"/>
                  </a:lnTo>
                  <a:lnTo>
                    <a:pt x="9791010" y="1783067"/>
                  </a:lnTo>
                  <a:cubicBezTo>
                    <a:pt x="9919358" y="1479619"/>
                    <a:pt x="10219827" y="1266699"/>
                    <a:pt x="10570028" y="1266699"/>
                  </a:cubicBezTo>
                  <a:cubicBezTo>
                    <a:pt x="10657578" y="1266699"/>
                    <a:pt x="10742020" y="1280007"/>
                    <a:pt x="10821441" y="1304709"/>
                  </a:cubicBezTo>
                  <a:lnTo>
                    <a:pt x="10893902" y="1333259"/>
                  </a:lnTo>
                  <a:lnTo>
                    <a:pt x="10916253" y="1261255"/>
                  </a:lnTo>
                  <a:cubicBezTo>
                    <a:pt x="11003287" y="1055484"/>
                    <a:pt x="11207039" y="911100"/>
                    <a:pt x="11444514" y="911100"/>
                  </a:cubicBezTo>
                  <a:lnTo>
                    <a:pt x="11446790" y="911330"/>
                  </a:lnTo>
                  <a:lnTo>
                    <a:pt x="11437256" y="816759"/>
                  </a:lnTo>
                  <a:cubicBezTo>
                    <a:pt x="11437256" y="392161"/>
                    <a:pt x="11759948" y="42931"/>
                    <a:pt x="12173467" y="936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/>
              </a:solidFill>
            </a:ln>
            <a:effectLst>
              <a:innerShdw blurRad="266700" dist="139700" dir="16200000">
                <a:srgbClr val="18ACCA">
                  <a:alpha val="30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23"/>
            </p:custDataLst>
          </p:nvPr>
        </p:nvGrpSpPr>
        <p:grpSpPr>
          <a:xfrm rot="1845734">
            <a:off x="4133066" y="1171555"/>
            <a:ext cx="1270929" cy="938559"/>
            <a:chOff x="467955" y="825830"/>
            <a:chExt cx="1688486" cy="1246918"/>
          </a:xfrm>
        </p:grpSpPr>
        <p:sp>
          <p:nvSpPr>
            <p:cNvPr id="46" name="梯形 96"/>
            <p:cNvSpPr/>
            <p:nvPr>
              <p:custDataLst>
                <p:tags r:id="rId24"/>
              </p:custDataLst>
            </p:nvPr>
          </p:nvSpPr>
          <p:spPr>
            <a:xfrm rot="4183552">
              <a:off x="756190" y="835010"/>
              <a:ext cx="949503" cy="1525973"/>
            </a:xfrm>
            <a:custGeom>
              <a:avLst/>
              <a:gdLst/>
              <a:ahLst/>
              <a:cxnLst/>
              <a:rect l="l" t="t" r="r" b="b"/>
              <a:pathLst>
                <a:path w="1638954" h="2632273">
                  <a:moveTo>
                    <a:pt x="460131" y="0"/>
                  </a:moveTo>
                  <a:lnTo>
                    <a:pt x="985333" y="24657"/>
                  </a:lnTo>
                  <a:cubicBezTo>
                    <a:pt x="904127" y="674964"/>
                    <a:pt x="987214" y="1517335"/>
                    <a:pt x="1638954" y="2440233"/>
                  </a:cubicBezTo>
                  <a:lnTo>
                    <a:pt x="1063128" y="2071125"/>
                  </a:lnTo>
                  <a:lnTo>
                    <a:pt x="678579" y="2632273"/>
                  </a:lnTo>
                  <a:lnTo>
                    <a:pt x="262163" y="2020459"/>
                  </a:lnTo>
                  <a:cubicBezTo>
                    <a:pt x="141403" y="2335233"/>
                    <a:pt x="143936" y="2337566"/>
                    <a:pt x="68760" y="2596304"/>
                  </a:cubicBezTo>
                  <a:cubicBezTo>
                    <a:pt x="-118888" y="1450551"/>
                    <a:pt x="99284" y="691656"/>
                    <a:pt x="460131" y="0"/>
                  </a:cubicBezTo>
                  <a:close/>
                </a:path>
              </a:pathLst>
            </a:custGeom>
            <a:solidFill>
              <a:srgbClr val="19B4C9"/>
            </a:solidFill>
            <a:ln w="38100">
              <a:solidFill>
                <a:srgbClr val="73E0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7" name="梯形 96"/>
            <p:cNvSpPr/>
            <p:nvPr>
              <p:custDataLst>
                <p:tags r:id="rId25"/>
              </p:custDataLst>
            </p:nvPr>
          </p:nvSpPr>
          <p:spPr>
            <a:xfrm rot="4183552">
              <a:off x="1234404" y="1194710"/>
              <a:ext cx="198553" cy="840519"/>
            </a:xfrm>
            <a:custGeom>
              <a:avLst/>
              <a:gdLst/>
              <a:ahLst/>
              <a:cxnLst/>
              <a:rect l="l" t="t" r="r" b="b"/>
              <a:pathLst>
                <a:path w="420536" h="1778648">
                  <a:moveTo>
                    <a:pt x="21975" y="0"/>
                  </a:moveTo>
                  <a:lnTo>
                    <a:pt x="139673" y="5525"/>
                  </a:lnTo>
                  <a:cubicBezTo>
                    <a:pt x="77745" y="501457"/>
                    <a:pt x="111365" y="1109088"/>
                    <a:pt x="420536" y="1778648"/>
                  </a:cubicBezTo>
                  <a:lnTo>
                    <a:pt x="279766" y="1771733"/>
                  </a:lnTo>
                  <a:cubicBezTo>
                    <a:pt x="2200" y="1106360"/>
                    <a:pt x="-33067" y="500890"/>
                    <a:pt x="21975" y="0"/>
                  </a:cubicBezTo>
                  <a:close/>
                </a:path>
              </a:pathLst>
            </a:custGeom>
            <a:solidFill>
              <a:srgbClr val="73E0E3"/>
            </a:solidFill>
            <a:ln>
              <a:solidFill>
                <a:srgbClr val="73E0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 rot="21335217">
              <a:off x="1363234" y="825830"/>
              <a:ext cx="793207" cy="804046"/>
              <a:chOff x="7973454" y="5027358"/>
              <a:chExt cx="1573288" cy="1594782"/>
            </a:xfrm>
          </p:grpSpPr>
          <p:sp>
            <p:nvSpPr>
              <p:cNvPr id="50" name="五角星 2"/>
              <p:cNvSpPr/>
              <p:nvPr>
                <p:custDataLst>
                  <p:tags r:id="rId26"/>
                </p:custDataLst>
              </p:nvPr>
            </p:nvSpPr>
            <p:spPr>
              <a:xfrm rot="20480842">
                <a:off x="7975659" y="5027358"/>
                <a:ext cx="1571083" cy="1580289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C4EF39"/>
              </a:solidFill>
              <a:ln w="63500">
                <a:noFill/>
              </a:ln>
              <a:effectLst>
                <a:outerShdw blurRad="190500" dist="63500" dir="5400000" algn="t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五角星 2"/>
              <p:cNvSpPr/>
              <p:nvPr>
                <p:custDataLst>
                  <p:tags r:id="rId27"/>
                </p:custDataLst>
              </p:nvPr>
            </p:nvSpPr>
            <p:spPr>
              <a:xfrm rot="20480842">
                <a:off x="7973454" y="5041849"/>
                <a:ext cx="1571084" cy="158029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A3C4"/>
              </a:solidFill>
              <a:ln w="6667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59" b="42760"/>
          <a:stretch>
            <a:fillRect/>
          </a:stretch>
        </p:blipFill>
        <p:spPr>
          <a:xfrm>
            <a:off x="1084768" y="5872253"/>
            <a:ext cx="10058400" cy="107950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5481670" y="1309493"/>
            <a:ext cx="1616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b="1" dirty="0" smtClean="0">
                <a:latin typeface="黑体" panose="02010609060101010101" charset="-122"/>
                <a:ea typeface="黑体" panose="02010609060101010101" charset="-122"/>
              </a:rPr>
              <a:t>目录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 animBg="1"/>
      <p:bldP spid="14" grpId="0" animBg="1"/>
      <p:bldP spid="15" grpId="0" animBg="1"/>
      <p:bldP spid="28" grpId="0" bldLvl="0" animBg="1"/>
      <p:bldP spid="28" grpId="1" bldLvl="0" animBg="1"/>
      <p:bldP spid="29" grpId="0" bldLvl="0" animBg="1"/>
      <p:bldP spid="30" grpId="0" bldLvl="0" animBg="1"/>
      <p:bldP spid="30" grpId="1" bldLvl="0" animBg="1"/>
      <p:bldP spid="31" grpId="0" bldLvl="0" animBg="1"/>
      <p:bldP spid="31" grpId="1" bldLvl="0" animBg="1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1126073" y="936505"/>
            <a:ext cx="4817525" cy="4817525"/>
            <a:chOff x="3051715" y="1629522"/>
            <a:chExt cx="7107908" cy="7107908"/>
          </a:xfrm>
        </p:grpSpPr>
        <p:sp>
          <p:nvSpPr>
            <p:cNvPr id="94" name="弧形 93"/>
            <p:cNvSpPr/>
            <p:nvPr/>
          </p:nvSpPr>
          <p:spPr>
            <a:xfrm>
              <a:off x="3649687" y="2170235"/>
              <a:ext cx="5852160" cy="5852160"/>
            </a:xfrm>
            <a:prstGeom prst="arc">
              <a:avLst>
                <a:gd name="adj1" fmla="val 10783137"/>
                <a:gd name="adj2" fmla="val 21423404"/>
              </a:avLst>
            </a:prstGeom>
            <a:ln w="38100">
              <a:solidFill>
                <a:srgbClr val="64E4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弧形 94"/>
            <p:cNvSpPr/>
            <p:nvPr/>
          </p:nvSpPr>
          <p:spPr>
            <a:xfrm>
              <a:off x="3473839" y="2023989"/>
              <a:ext cx="6197699" cy="6197699"/>
            </a:xfrm>
            <a:prstGeom prst="arc">
              <a:avLst>
                <a:gd name="adj1" fmla="val 10783137"/>
                <a:gd name="adj2" fmla="val 21575808"/>
              </a:avLst>
            </a:prstGeom>
            <a:ln w="38100">
              <a:solidFill>
                <a:srgbClr val="AEE34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弧形 95"/>
            <p:cNvSpPr/>
            <p:nvPr/>
          </p:nvSpPr>
          <p:spPr>
            <a:xfrm>
              <a:off x="3321439" y="1895035"/>
              <a:ext cx="6525946" cy="6525946"/>
            </a:xfrm>
            <a:prstGeom prst="arc">
              <a:avLst>
                <a:gd name="adj1" fmla="val 10783137"/>
                <a:gd name="adj2" fmla="val 68847"/>
              </a:avLst>
            </a:prstGeom>
            <a:ln w="38100">
              <a:solidFill>
                <a:srgbClr val="FFD347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弧形 96"/>
            <p:cNvSpPr/>
            <p:nvPr/>
          </p:nvSpPr>
          <p:spPr>
            <a:xfrm>
              <a:off x="3169038" y="1766082"/>
              <a:ext cx="6819022" cy="6819022"/>
            </a:xfrm>
            <a:prstGeom prst="arc">
              <a:avLst>
                <a:gd name="adj1" fmla="val 10783137"/>
                <a:gd name="adj2" fmla="val 77825"/>
              </a:avLst>
            </a:prstGeom>
            <a:ln w="38100">
              <a:solidFill>
                <a:srgbClr val="FDA1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弧形 97"/>
            <p:cNvSpPr/>
            <p:nvPr/>
          </p:nvSpPr>
          <p:spPr>
            <a:xfrm>
              <a:off x="3051715" y="1629522"/>
              <a:ext cx="7107908" cy="7107908"/>
            </a:xfrm>
            <a:prstGeom prst="arc">
              <a:avLst>
                <a:gd name="adj1" fmla="val 10783137"/>
                <a:gd name="adj2" fmla="val 191996"/>
              </a:avLst>
            </a:prstGeom>
            <a:ln w="38100">
              <a:solidFill>
                <a:srgbClr val="FF9FA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五角星 2"/>
          <p:cNvSpPr/>
          <p:nvPr/>
        </p:nvSpPr>
        <p:spPr>
          <a:xfrm rot="1013228">
            <a:off x="937802" y="2567720"/>
            <a:ext cx="1172591" cy="1179462"/>
          </a:xfrm>
          <a:custGeom>
            <a:avLst/>
            <a:gdLst>
              <a:gd name="connsiteX0" fmla="*/ 1 w 914400"/>
              <a:gd name="connsiteY0" fmla="*/ 349269 h 914400"/>
              <a:gd name="connsiteX1" fmla="*/ 262140 w 914400"/>
              <a:gd name="connsiteY1" fmla="*/ 223173 h 914400"/>
              <a:gd name="connsiteX2" fmla="*/ 457200 w 914400"/>
              <a:gd name="connsiteY2" fmla="*/ 0 h 914400"/>
              <a:gd name="connsiteX3" fmla="*/ 652260 w 914400"/>
              <a:gd name="connsiteY3" fmla="*/ 223173 h 914400"/>
              <a:gd name="connsiteX4" fmla="*/ 914399 w 914400"/>
              <a:gd name="connsiteY4" fmla="*/ 349269 h 914400"/>
              <a:gd name="connsiteX5" fmla="*/ 772814 w 914400"/>
              <a:gd name="connsiteY5" fmla="*/ 613293 h 914400"/>
              <a:gd name="connsiteX6" fmla="*/ 739765 w 914400"/>
              <a:gd name="connsiteY6" fmla="*/ 914398 h 914400"/>
              <a:gd name="connsiteX7" fmla="*/ 457200 w 914400"/>
              <a:gd name="connsiteY7" fmla="*/ 854400 h 914400"/>
              <a:gd name="connsiteX8" fmla="*/ 174635 w 914400"/>
              <a:gd name="connsiteY8" fmla="*/ 914398 h 914400"/>
              <a:gd name="connsiteX9" fmla="*/ 141586 w 914400"/>
              <a:gd name="connsiteY9" fmla="*/ 613293 h 914400"/>
              <a:gd name="connsiteX10" fmla="*/ 1 w 914400"/>
              <a:gd name="connsiteY10" fmla="*/ 349269 h 914400"/>
              <a:gd name="connsiteX0-1" fmla="*/ 0 w 914398"/>
              <a:gd name="connsiteY0-2" fmla="*/ 349269 h 923906"/>
              <a:gd name="connsiteX1-3" fmla="*/ 262139 w 914398"/>
              <a:gd name="connsiteY1-4" fmla="*/ 223173 h 923906"/>
              <a:gd name="connsiteX2-5" fmla="*/ 457199 w 914398"/>
              <a:gd name="connsiteY2-6" fmla="*/ 0 h 923906"/>
              <a:gd name="connsiteX3-7" fmla="*/ 652259 w 914398"/>
              <a:gd name="connsiteY3-8" fmla="*/ 223173 h 923906"/>
              <a:gd name="connsiteX4-9" fmla="*/ 914398 w 914398"/>
              <a:gd name="connsiteY4-10" fmla="*/ 349269 h 923906"/>
              <a:gd name="connsiteX5-11" fmla="*/ 772813 w 914398"/>
              <a:gd name="connsiteY5-12" fmla="*/ 613293 h 923906"/>
              <a:gd name="connsiteX6-13" fmla="*/ 739764 w 914398"/>
              <a:gd name="connsiteY6-14" fmla="*/ 914398 h 923906"/>
              <a:gd name="connsiteX7-15" fmla="*/ 457199 w 914398"/>
              <a:gd name="connsiteY7-16" fmla="*/ 854400 h 923906"/>
              <a:gd name="connsiteX8-17" fmla="*/ 174634 w 914398"/>
              <a:gd name="connsiteY8-18" fmla="*/ 914398 h 923906"/>
              <a:gd name="connsiteX9-19" fmla="*/ 141585 w 914398"/>
              <a:gd name="connsiteY9-20" fmla="*/ 613293 h 923906"/>
              <a:gd name="connsiteX10-21" fmla="*/ 0 w 914398"/>
              <a:gd name="connsiteY10-22" fmla="*/ 349269 h 923906"/>
              <a:gd name="connsiteX0-23" fmla="*/ 0 w 916461"/>
              <a:gd name="connsiteY0-24" fmla="*/ 349269 h 923906"/>
              <a:gd name="connsiteX1-25" fmla="*/ 262139 w 916461"/>
              <a:gd name="connsiteY1-26" fmla="*/ 223173 h 923906"/>
              <a:gd name="connsiteX2-27" fmla="*/ 457199 w 916461"/>
              <a:gd name="connsiteY2-28" fmla="*/ 0 h 923906"/>
              <a:gd name="connsiteX3-29" fmla="*/ 652259 w 916461"/>
              <a:gd name="connsiteY3-30" fmla="*/ 223173 h 923906"/>
              <a:gd name="connsiteX4-31" fmla="*/ 914398 w 916461"/>
              <a:gd name="connsiteY4-32" fmla="*/ 349269 h 923906"/>
              <a:gd name="connsiteX5-33" fmla="*/ 772813 w 916461"/>
              <a:gd name="connsiteY5-34" fmla="*/ 613293 h 923906"/>
              <a:gd name="connsiteX6-35" fmla="*/ 739764 w 916461"/>
              <a:gd name="connsiteY6-36" fmla="*/ 914398 h 923906"/>
              <a:gd name="connsiteX7-37" fmla="*/ 457199 w 916461"/>
              <a:gd name="connsiteY7-38" fmla="*/ 854400 h 923906"/>
              <a:gd name="connsiteX8-39" fmla="*/ 174634 w 916461"/>
              <a:gd name="connsiteY8-40" fmla="*/ 914398 h 923906"/>
              <a:gd name="connsiteX9-41" fmla="*/ 141585 w 916461"/>
              <a:gd name="connsiteY9-42" fmla="*/ 613293 h 923906"/>
              <a:gd name="connsiteX10-43" fmla="*/ 0 w 916461"/>
              <a:gd name="connsiteY10-44" fmla="*/ 349269 h 923906"/>
              <a:gd name="connsiteX0-45" fmla="*/ 0 w 916461"/>
              <a:gd name="connsiteY0-46" fmla="*/ 349269 h 923906"/>
              <a:gd name="connsiteX1-47" fmla="*/ 262139 w 916461"/>
              <a:gd name="connsiteY1-48" fmla="*/ 223173 h 923906"/>
              <a:gd name="connsiteX2-49" fmla="*/ 457199 w 916461"/>
              <a:gd name="connsiteY2-50" fmla="*/ 0 h 923906"/>
              <a:gd name="connsiteX3-51" fmla="*/ 652259 w 916461"/>
              <a:gd name="connsiteY3-52" fmla="*/ 223173 h 923906"/>
              <a:gd name="connsiteX4-53" fmla="*/ 914398 w 916461"/>
              <a:gd name="connsiteY4-54" fmla="*/ 349269 h 923906"/>
              <a:gd name="connsiteX5-55" fmla="*/ 772813 w 916461"/>
              <a:gd name="connsiteY5-56" fmla="*/ 613293 h 923906"/>
              <a:gd name="connsiteX6-57" fmla="*/ 739764 w 916461"/>
              <a:gd name="connsiteY6-58" fmla="*/ 914398 h 923906"/>
              <a:gd name="connsiteX7-59" fmla="*/ 457199 w 916461"/>
              <a:gd name="connsiteY7-60" fmla="*/ 854400 h 923906"/>
              <a:gd name="connsiteX8-61" fmla="*/ 174634 w 916461"/>
              <a:gd name="connsiteY8-62" fmla="*/ 914398 h 923906"/>
              <a:gd name="connsiteX9-63" fmla="*/ 141585 w 916461"/>
              <a:gd name="connsiteY9-64" fmla="*/ 613293 h 923906"/>
              <a:gd name="connsiteX10-65" fmla="*/ 0 w 916461"/>
              <a:gd name="connsiteY10-66" fmla="*/ 349269 h 923906"/>
              <a:gd name="connsiteX0-67" fmla="*/ 2063 w 918524"/>
              <a:gd name="connsiteY0-68" fmla="*/ 349269 h 923906"/>
              <a:gd name="connsiteX1-69" fmla="*/ 264202 w 918524"/>
              <a:gd name="connsiteY1-70" fmla="*/ 223173 h 923906"/>
              <a:gd name="connsiteX2-71" fmla="*/ 459262 w 918524"/>
              <a:gd name="connsiteY2-72" fmla="*/ 0 h 923906"/>
              <a:gd name="connsiteX3-73" fmla="*/ 654322 w 918524"/>
              <a:gd name="connsiteY3-74" fmla="*/ 223173 h 923906"/>
              <a:gd name="connsiteX4-75" fmla="*/ 916461 w 918524"/>
              <a:gd name="connsiteY4-76" fmla="*/ 349269 h 923906"/>
              <a:gd name="connsiteX5-77" fmla="*/ 774876 w 918524"/>
              <a:gd name="connsiteY5-78" fmla="*/ 613293 h 923906"/>
              <a:gd name="connsiteX6-79" fmla="*/ 741827 w 918524"/>
              <a:gd name="connsiteY6-80" fmla="*/ 914398 h 923906"/>
              <a:gd name="connsiteX7-81" fmla="*/ 459262 w 918524"/>
              <a:gd name="connsiteY7-82" fmla="*/ 854400 h 923906"/>
              <a:gd name="connsiteX8-83" fmla="*/ 176697 w 918524"/>
              <a:gd name="connsiteY8-84" fmla="*/ 914398 h 923906"/>
              <a:gd name="connsiteX9-85" fmla="*/ 143648 w 918524"/>
              <a:gd name="connsiteY9-86" fmla="*/ 613293 h 923906"/>
              <a:gd name="connsiteX10-87" fmla="*/ 2063 w 918524"/>
              <a:gd name="connsiteY10-88" fmla="*/ 349269 h 923906"/>
              <a:gd name="connsiteX0-89" fmla="*/ 2063 w 918524"/>
              <a:gd name="connsiteY0-90" fmla="*/ 349269 h 923906"/>
              <a:gd name="connsiteX1-91" fmla="*/ 264202 w 918524"/>
              <a:gd name="connsiteY1-92" fmla="*/ 223173 h 923906"/>
              <a:gd name="connsiteX2-93" fmla="*/ 459262 w 918524"/>
              <a:gd name="connsiteY2-94" fmla="*/ 0 h 923906"/>
              <a:gd name="connsiteX3-95" fmla="*/ 654322 w 918524"/>
              <a:gd name="connsiteY3-96" fmla="*/ 223173 h 923906"/>
              <a:gd name="connsiteX4-97" fmla="*/ 916461 w 918524"/>
              <a:gd name="connsiteY4-98" fmla="*/ 349269 h 923906"/>
              <a:gd name="connsiteX5-99" fmla="*/ 774876 w 918524"/>
              <a:gd name="connsiteY5-100" fmla="*/ 613293 h 923906"/>
              <a:gd name="connsiteX6-101" fmla="*/ 741827 w 918524"/>
              <a:gd name="connsiteY6-102" fmla="*/ 914398 h 923906"/>
              <a:gd name="connsiteX7-103" fmla="*/ 459262 w 918524"/>
              <a:gd name="connsiteY7-104" fmla="*/ 854400 h 923906"/>
              <a:gd name="connsiteX8-105" fmla="*/ 176697 w 918524"/>
              <a:gd name="connsiteY8-106" fmla="*/ 914398 h 923906"/>
              <a:gd name="connsiteX9-107" fmla="*/ 143648 w 918524"/>
              <a:gd name="connsiteY9-108" fmla="*/ 613293 h 923906"/>
              <a:gd name="connsiteX10-109" fmla="*/ 2063 w 918524"/>
              <a:gd name="connsiteY10-110" fmla="*/ 349269 h 923906"/>
              <a:gd name="connsiteX0-111" fmla="*/ 2063 w 918524"/>
              <a:gd name="connsiteY0-112" fmla="*/ 349269 h 923906"/>
              <a:gd name="connsiteX1-113" fmla="*/ 264202 w 918524"/>
              <a:gd name="connsiteY1-114" fmla="*/ 223173 h 923906"/>
              <a:gd name="connsiteX2-115" fmla="*/ 459262 w 918524"/>
              <a:gd name="connsiteY2-116" fmla="*/ 0 h 923906"/>
              <a:gd name="connsiteX3-117" fmla="*/ 654322 w 918524"/>
              <a:gd name="connsiteY3-118" fmla="*/ 223173 h 923906"/>
              <a:gd name="connsiteX4-119" fmla="*/ 916461 w 918524"/>
              <a:gd name="connsiteY4-120" fmla="*/ 349269 h 923906"/>
              <a:gd name="connsiteX5-121" fmla="*/ 774876 w 918524"/>
              <a:gd name="connsiteY5-122" fmla="*/ 613293 h 923906"/>
              <a:gd name="connsiteX6-123" fmla="*/ 741827 w 918524"/>
              <a:gd name="connsiteY6-124" fmla="*/ 914398 h 923906"/>
              <a:gd name="connsiteX7-125" fmla="*/ 459262 w 918524"/>
              <a:gd name="connsiteY7-126" fmla="*/ 854400 h 923906"/>
              <a:gd name="connsiteX8-127" fmla="*/ 176697 w 918524"/>
              <a:gd name="connsiteY8-128" fmla="*/ 914398 h 923906"/>
              <a:gd name="connsiteX9-129" fmla="*/ 143648 w 918524"/>
              <a:gd name="connsiteY9-130" fmla="*/ 613293 h 923906"/>
              <a:gd name="connsiteX10-131" fmla="*/ 2063 w 918524"/>
              <a:gd name="connsiteY10-132" fmla="*/ 349269 h 923906"/>
              <a:gd name="connsiteX0-133" fmla="*/ 2063 w 918524"/>
              <a:gd name="connsiteY0-134" fmla="*/ 349269 h 923906"/>
              <a:gd name="connsiteX1-135" fmla="*/ 264202 w 918524"/>
              <a:gd name="connsiteY1-136" fmla="*/ 223173 h 923906"/>
              <a:gd name="connsiteX2-137" fmla="*/ 459262 w 918524"/>
              <a:gd name="connsiteY2-138" fmla="*/ 0 h 923906"/>
              <a:gd name="connsiteX3-139" fmla="*/ 654322 w 918524"/>
              <a:gd name="connsiteY3-140" fmla="*/ 223173 h 923906"/>
              <a:gd name="connsiteX4-141" fmla="*/ 916461 w 918524"/>
              <a:gd name="connsiteY4-142" fmla="*/ 349269 h 923906"/>
              <a:gd name="connsiteX5-143" fmla="*/ 774876 w 918524"/>
              <a:gd name="connsiteY5-144" fmla="*/ 613293 h 923906"/>
              <a:gd name="connsiteX6-145" fmla="*/ 741827 w 918524"/>
              <a:gd name="connsiteY6-146" fmla="*/ 914398 h 923906"/>
              <a:gd name="connsiteX7-147" fmla="*/ 459262 w 918524"/>
              <a:gd name="connsiteY7-148" fmla="*/ 854400 h 923906"/>
              <a:gd name="connsiteX8-149" fmla="*/ 176697 w 918524"/>
              <a:gd name="connsiteY8-150" fmla="*/ 914398 h 923906"/>
              <a:gd name="connsiteX9-151" fmla="*/ 143648 w 918524"/>
              <a:gd name="connsiteY9-152" fmla="*/ 613293 h 923906"/>
              <a:gd name="connsiteX10-153" fmla="*/ 2063 w 918524"/>
              <a:gd name="connsiteY10-154" fmla="*/ 349269 h 9239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18524" h="923906">
                <a:moveTo>
                  <a:pt x="2063" y="349269"/>
                </a:moveTo>
                <a:cubicBezTo>
                  <a:pt x="22155" y="284249"/>
                  <a:pt x="188002" y="281384"/>
                  <a:pt x="264202" y="223173"/>
                </a:cubicBezTo>
                <a:cubicBezTo>
                  <a:pt x="340402" y="164962"/>
                  <a:pt x="394242" y="0"/>
                  <a:pt x="459262" y="0"/>
                </a:cubicBezTo>
                <a:cubicBezTo>
                  <a:pt x="524282" y="0"/>
                  <a:pt x="578122" y="164962"/>
                  <a:pt x="654322" y="223173"/>
                </a:cubicBezTo>
                <a:cubicBezTo>
                  <a:pt x="730522" y="281384"/>
                  <a:pt x="896369" y="284249"/>
                  <a:pt x="916461" y="349269"/>
                </a:cubicBezTo>
                <a:cubicBezTo>
                  <a:pt x="936553" y="414289"/>
                  <a:pt x="803982" y="519105"/>
                  <a:pt x="774876" y="613293"/>
                </a:cubicBezTo>
                <a:cubicBezTo>
                  <a:pt x="745770" y="707481"/>
                  <a:pt x="794429" y="874213"/>
                  <a:pt x="741827" y="914398"/>
                </a:cubicBezTo>
                <a:cubicBezTo>
                  <a:pt x="689225" y="954583"/>
                  <a:pt x="553450" y="854400"/>
                  <a:pt x="459262" y="854400"/>
                </a:cubicBezTo>
                <a:cubicBezTo>
                  <a:pt x="365074" y="874399"/>
                  <a:pt x="257367" y="928196"/>
                  <a:pt x="176697" y="914398"/>
                </a:cubicBezTo>
                <a:cubicBezTo>
                  <a:pt x="96027" y="900600"/>
                  <a:pt x="172754" y="707481"/>
                  <a:pt x="143648" y="613293"/>
                </a:cubicBezTo>
                <a:cubicBezTo>
                  <a:pt x="114542" y="519105"/>
                  <a:pt x="-18029" y="414289"/>
                  <a:pt x="2063" y="349269"/>
                </a:cubicBezTo>
                <a:close/>
              </a:path>
            </a:pathLst>
          </a:custGeom>
          <a:solidFill>
            <a:srgbClr val="0BEEF9"/>
          </a:solidFill>
          <a:ln w="63500">
            <a:noFill/>
          </a:ln>
          <a:effectLst>
            <a:outerShdw blurRad="190500" dist="63500" dir="5400000" algn="t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76200" contourW="31750" prstMaterial="plastic">
            <a:bevelT w="438150" h="158750" prst="angle"/>
            <a:bevelB w="88900"/>
            <a:extrusionClr>
              <a:srgbClr val="0DDBF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20889" y="2372816"/>
            <a:ext cx="1643449" cy="1643449"/>
          </a:xfrm>
          <a:prstGeom prst="ellipse">
            <a:avLst/>
          </a:prstGeom>
          <a:noFill/>
          <a:ln>
            <a:solidFill>
              <a:srgbClr val="22F1F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十字星 6"/>
          <p:cNvSpPr/>
          <p:nvPr/>
        </p:nvSpPr>
        <p:spPr>
          <a:xfrm rot="20953261">
            <a:off x="5066377" y="689630"/>
            <a:ext cx="566841" cy="566841"/>
          </a:xfrm>
          <a:prstGeom prst="star4">
            <a:avLst/>
          </a:prstGeom>
          <a:solidFill>
            <a:srgbClr val="06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72"/>
          <p:cNvGrpSpPr/>
          <p:nvPr/>
        </p:nvGrpSpPr>
        <p:grpSpPr>
          <a:xfrm>
            <a:off x="4892564" y="3040418"/>
            <a:ext cx="1180837" cy="1183131"/>
            <a:chOff x="11934016" y="4450536"/>
            <a:chExt cx="1601919" cy="1605030"/>
          </a:xfrm>
        </p:grpSpPr>
        <p:sp>
          <p:nvSpPr>
            <p:cNvPr id="71" name="椭圆 70"/>
            <p:cNvSpPr/>
            <p:nvPr/>
          </p:nvSpPr>
          <p:spPr>
            <a:xfrm>
              <a:off x="11934016" y="4450536"/>
              <a:ext cx="1593898" cy="1593898"/>
            </a:xfrm>
            <a:prstGeom prst="ellipse">
              <a:avLst/>
            </a:prstGeom>
            <a:solidFill>
              <a:srgbClr val="FF97B8"/>
            </a:solidFill>
            <a:ln>
              <a:noFill/>
            </a:ln>
            <a:effectLst>
              <a:outerShdw blurRad="254000" dist="635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1938926" y="4458557"/>
              <a:ext cx="1597009" cy="1597009"/>
              <a:chOff x="9437178" y="1562958"/>
              <a:chExt cx="1597009" cy="1597009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9437178" y="1566069"/>
                <a:ext cx="1593898" cy="1593898"/>
              </a:xfrm>
              <a:prstGeom prst="ellipse">
                <a:avLst/>
              </a:prstGeom>
              <a:solidFill>
                <a:srgbClr val="22F1F6"/>
              </a:solidFill>
              <a:ln>
                <a:noFill/>
              </a:ln>
              <a:effectLst>
                <a:innerShdw blurRad="571500" dist="241300" dir="5400000">
                  <a:srgbClr val="20B6BE">
                    <a:alpha val="80000"/>
                  </a:srgb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9440289" y="1562958"/>
                <a:ext cx="1593898" cy="159389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40000">
                    <a:srgbClr val="FFA3C4"/>
                  </a:gs>
                  <a:gs pos="100000">
                    <a:srgbClr val="FF7593"/>
                  </a:gs>
                </a:gsLst>
                <a:path path="circle">
                  <a:fillToRect l="50000" t="-80000" r="50000" b="180000"/>
                </a:path>
                <a:tileRect/>
              </a:gradFill>
              <a:ln w="31750">
                <a:solidFill>
                  <a:srgbClr val="FFD1E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弧形 43"/>
              <p:cNvSpPr/>
              <p:nvPr/>
            </p:nvSpPr>
            <p:spPr>
              <a:xfrm rot="17150761">
                <a:off x="9589212" y="1706945"/>
                <a:ext cx="1382557" cy="1382557"/>
              </a:xfrm>
              <a:prstGeom prst="arc">
                <a:avLst>
                  <a:gd name="adj1" fmla="val 14257598"/>
                  <a:gd name="adj2" fmla="val 17991522"/>
                </a:avLst>
              </a:prstGeom>
              <a:ln w="127000" cap="rnd">
                <a:solidFill>
                  <a:schemeClr val="bg1"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弧形 44"/>
              <p:cNvSpPr/>
              <p:nvPr/>
            </p:nvSpPr>
            <p:spPr>
              <a:xfrm rot="17283909">
                <a:off x="9629644" y="1685173"/>
                <a:ext cx="1382557" cy="1382557"/>
              </a:xfrm>
              <a:prstGeom prst="arc">
                <a:avLst>
                  <a:gd name="adj1" fmla="val 18582933"/>
                  <a:gd name="adj2" fmla="val 19067742"/>
                </a:avLst>
              </a:prstGeom>
              <a:ln w="127000" cap="rnd">
                <a:solidFill>
                  <a:schemeClr val="bg1">
                    <a:alpha val="8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TextBox 10"/>
            <p:cNvSpPr txBox="1"/>
            <p:nvPr/>
          </p:nvSpPr>
          <p:spPr>
            <a:xfrm>
              <a:off x="12348611" y="4879361"/>
              <a:ext cx="876810" cy="876810"/>
            </a:xfrm>
            <a:prstGeom prst="rect">
              <a:avLst/>
            </a:prstGeom>
            <a:noFill/>
            <a:effectLst>
              <a:glow rad="139700">
                <a:schemeClr val="bg1">
                  <a:alpha val="40000"/>
                </a:schemeClr>
              </a:glow>
              <a:outerShdw blurRad="152400" dist="152400" sx="102000" sy="102000" algn="ctr" rotWithShape="0">
                <a:prstClr val="black">
                  <a:alpha val="53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 smtClean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lang="zh-CN" altLang="en-US" sz="3600" b="1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5" t="15027" r="49282" b="11253"/>
          <a:stretch>
            <a:fillRect/>
          </a:stretch>
        </p:blipFill>
        <p:spPr>
          <a:xfrm>
            <a:off x="1778728" y="2064485"/>
            <a:ext cx="749431" cy="1299014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 flipH="1">
            <a:off x="1731577" y="2769300"/>
            <a:ext cx="2414421" cy="1514317"/>
            <a:chOff x="594424" y="1153191"/>
            <a:chExt cx="2605976" cy="1634460"/>
          </a:xfrm>
        </p:grpSpPr>
        <p:sp>
          <p:nvSpPr>
            <p:cNvPr id="10" name="任意多边形 9"/>
            <p:cNvSpPr/>
            <p:nvPr/>
          </p:nvSpPr>
          <p:spPr>
            <a:xfrm>
              <a:off x="616196" y="1175175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52400" dist="889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94424" y="1153191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91F0FD"/>
              </a:solidFill>
            </a:ln>
            <a:effectLst>
              <a:innerShdw blurRad="355600" dist="101600" dir="3600000">
                <a:srgbClr val="19B4C9">
                  <a:alpha val="51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10308590" y="4880210"/>
            <a:ext cx="1478249" cy="1616398"/>
            <a:chOff x="9886950" y="4535871"/>
            <a:chExt cx="1834461" cy="2005899"/>
          </a:xfrm>
        </p:grpSpPr>
        <p:sp>
          <p:nvSpPr>
            <p:cNvPr id="104" name="圆角矩形 103"/>
            <p:cNvSpPr/>
            <p:nvPr/>
          </p:nvSpPr>
          <p:spPr>
            <a:xfrm>
              <a:off x="10526487" y="5428190"/>
              <a:ext cx="328183" cy="134639"/>
            </a:xfrm>
            <a:prstGeom prst="roundRect">
              <a:avLst/>
            </a:prstGeom>
            <a:solidFill>
              <a:srgbClr val="C8740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圆角矩形 104"/>
            <p:cNvSpPr/>
            <p:nvPr/>
          </p:nvSpPr>
          <p:spPr>
            <a:xfrm rot="1452078">
              <a:off x="10593807" y="5007442"/>
              <a:ext cx="286109" cy="48806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 rot="17559220">
              <a:off x="10526211" y="4117280"/>
              <a:ext cx="611597" cy="1772498"/>
              <a:chOff x="2994660" y="1680210"/>
              <a:chExt cx="1234440" cy="3577590"/>
            </a:xfrm>
            <a:solidFill>
              <a:srgbClr val="FFC000"/>
            </a:solidFill>
          </p:grpSpPr>
          <p:sp>
            <p:nvSpPr>
              <p:cNvPr id="118" name="椭圆 117"/>
              <p:cNvSpPr/>
              <p:nvPr/>
            </p:nvSpPr>
            <p:spPr>
              <a:xfrm>
                <a:off x="3080385" y="1680210"/>
                <a:ext cx="1062990" cy="1062990"/>
              </a:xfrm>
              <a:prstGeom prst="ellipse">
                <a:avLst/>
              </a:prstGeom>
              <a:solidFill>
                <a:srgbClr val="84F6FC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3423285" y="4983480"/>
                <a:ext cx="377190" cy="27432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3314700" y="4297680"/>
                <a:ext cx="594360" cy="74295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3177540" y="2514600"/>
                <a:ext cx="868680" cy="1874520"/>
              </a:xfrm>
              <a:prstGeom prst="rect">
                <a:avLst/>
              </a:prstGeom>
              <a:grpFill/>
              <a:ln w="6350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梯形 121"/>
              <p:cNvSpPr/>
              <p:nvPr/>
            </p:nvSpPr>
            <p:spPr>
              <a:xfrm>
                <a:off x="2994660" y="2137410"/>
                <a:ext cx="1234440" cy="457200"/>
              </a:xfrm>
              <a:prstGeom prst="trapezoid">
                <a:avLst>
                  <a:gd name="adj" fmla="val 4323"/>
                </a:avLst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7" name="椭圆 106"/>
            <p:cNvSpPr/>
            <p:nvPr/>
          </p:nvSpPr>
          <p:spPr>
            <a:xfrm>
              <a:off x="10644296" y="5276721"/>
              <a:ext cx="100980" cy="10098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8" name="直接连接符 107"/>
            <p:cNvCxnSpPr>
              <a:stCxn id="104" idx="2"/>
            </p:cNvCxnSpPr>
            <p:nvPr/>
          </p:nvCxnSpPr>
          <p:spPr>
            <a:xfrm flipH="1">
              <a:off x="10686371" y="5562830"/>
              <a:ext cx="4207" cy="95089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10274038" y="5565635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10806985" y="5551610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10080494" y="6530550"/>
              <a:ext cx="1489448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9886950" y="6541770"/>
              <a:ext cx="103784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11665311" y="6527745"/>
              <a:ext cx="56100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/>
            <p:cNvSpPr/>
            <p:nvPr/>
          </p:nvSpPr>
          <p:spPr>
            <a:xfrm rot="17559220">
              <a:off x="10853495" y="4455518"/>
              <a:ext cx="79608" cy="824798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 rot="17559220">
              <a:off x="10743004" y="4722219"/>
              <a:ext cx="79608" cy="824798"/>
            </a:xfrm>
            <a:prstGeom prst="rect">
              <a:avLst/>
            </a:prstGeom>
            <a:solidFill>
              <a:srgbClr val="FC9204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 rot="17559220">
              <a:off x="10372657" y="4488927"/>
              <a:ext cx="84972" cy="178859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 rot="17559220">
              <a:off x="11189014" y="5155725"/>
              <a:ext cx="256730" cy="87380"/>
            </a:xfrm>
            <a:prstGeom prst="rect">
              <a:avLst/>
            </a:prstGeom>
            <a:solidFill>
              <a:schemeClr val="tx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9" name="MH_SubTitle_1"/>
          <p:cNvSpPr/>
          <p:nvPr>
            <p:custDataLst>
              <p:tags r:id="rId2"/>
            </p:custDataLst>
          </p:nvPr>
        </p:nvSpPr>
        <p:spPr>
          <a:xfrm>
            <a:off x="6287563" y="2895583"/>
            <a:ext cx="5429960" cy="1264548"/>
          </a:xfrm>
          <a:prstGeom prst="round2Diag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信息采集对象</a:t>
            </a:r>
            <a:endParaRPr lang="zh-CN" altLang="en-US" b="1" kern="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8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5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2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2" dur="12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3" dur="12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6" grpId="1" animBg="1"/>
          <p:bldP spid="7" grpId="0" animBg="1"/>
          <p:bldP spid="7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8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2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5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2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2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2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6" grpId="1" animBg="1"/>
          <p:bldP spid="7" grpId="0" animBg="1"/>
          <p:bldP spid="79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任意多边形 162"/>
          <p:cNvSpPr/>
          <p:nvPr/>
        </p:nvSpPr>
        <p:spPr>
          <a:xfrm>
            <a:off x="7755513" y="5526611"/>
            <a:ext cx="3728731" cy="914400"/>
          </a:xfrm>
          <a:custGeom>
            <a:avLst/>
            <a:gdLst>
              <a:gd name="connsiteX0" fmla="*/ 2388870 w 3188970"/>
              <a:gd name="connsiteY0" fmla="*/ 0 h 1428750"/>
              <a:gd name="connsiteX1" fmla="*/ 3188970 w 3188970"/>
              <a:gd name="connsiteY1" fmla="*/ 1428750 h 1428750"/>
              <a:gd name="connsiteX2" fmla="*/ 2125980 w 3188970"/>
              <a:gd name="connsiteY2" fmla="*/ 1428750 h 1428750"/>
              <a:gd name="connsiteX3" fmla="*/ 1588770 w 3188970"/>
              <a:gd name="connsiteY3" fmla="*/ 1428750 h 1428750"/>
              <a:gd name="connsiteX4" fmla="*/ 0 w 3188970"/>
              <a:gd name="connsiteY4" fmla="*/ 1428750 h 1428750"/>
              <a:gd name="connsiteX5" fmla="*/ 1062990 w 3188970"/>
              <a:gd name="connsiteY5" fmla="*/ 468630 h 1428750"/>
              <a:gd name="connsiteX6" fmla="*/ 1769221 w 3188970"/>
              <a:gd name="connsiteY6" fmla="*/ 1106516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88970" h="1428750">
                <a:moveTo>
                  <a:pt x="2388870" y="0"/>
                </a:moveTo>
                <a:lnTo>
                  <a:pt x="3188970" y="1428750"/>
                </a:lnTo>
                <a:lnTo>
                  <a:pt x="2125980" y="1428750"/>
                </a:lnTo>
                <a:lnTo>
                  <a:pt x="1588770" y="1428750"/>
                </a:lnTo>
                <a:lnTo>
                  <a:pt x="0" y="1428750"/>
                </a:lnTo>
                <a:lnTo>
                  <a:pt x="1062990" y="468630"/>
                </a:lnTo>
                <a:lnTo>
                  <a:pt x="1769221" y="1106516"/>
                </a:lnTo>
                <a:close/>
              </a:path>
            </a:pathLst>
          </a:custGeom>
          <a:solidFill>
            <a:srgbClr val="91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任意多边形 163"/>
          <p:cNvSpPr/>
          <p:nvPr/>
        </p:nvSpPr>
        <p:spPr>
          <a:xfrm>
            <a:off x="7043351" y="5262919"/>
            <a:ext cx="3356012" cy="1162594"/>
          </a:xfrm>
          <a:custGeom>
            <a:avLst/>
            <a:gdLst>
              <a:gd name="connsiteX0" fmla="*/ 2388870 w 3188970"/>
              <a:gd name="connsiteY0" fmla="*/ 0 h 1428750"/>
              <a:gd name="connsiteX1" fmla="*/ 3188970 w 3188970"/>
              <a:gd name="connsiteY1" fmla="*/ 1428750 h 1428750"/>
              <a:gd name="connsiteX2" fmla="*/ 2125980 w 3188970"/>
              <a:gd name="connsiteY2" fmla="*/ 1428750 h 1428750"/>
              <a:gd name="connsiteX3" fmla="*/ 1588770 w 3188970"/>
              <a:gd name="connsiteY3" fmla="*/ 1428750 h 1428750"/>
              <a:gd name="connsiteX4" fmla="*/ 0 w 3188970"/>
              <a:gd name="connsiteY4" fmla="*/ 1428750 h 1428750"/>
              <a:gd name="connsiteX5" fmla="*/ 1062990 w 3188970"/>
              <a:gd name="connsiteY5" fmla="*/ 468630 h 1428750"/>
              <a:gd name="connsiteX6" fmla="*/ 1769221 w 3188970"/>
              <a:gd name="connsiteY6" fmla="*/ 1106516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88970" h="1428750">
                <a:moveTo>
                  <a:pt x="2388870" y="0"/>
                </a:moveTo>
                <a:lnTo>
                  <a:pt x="3188970" y="1428750"/>
                </a:lnTo>
                <a:lnTo>
                  <a:pt x="2125980" y="1428750"/>
                </a:lnTo>
                <a:lnTo>
                  <a:pt x="1588770" y="1428750"/>
                </a:lnTo>
                <a:lnTo>
                  <a:pt x="0" y="1428750"/>
                </a:lnTo>
                <a:lnTo>
                  <a:pt x="1062990" y="468630"/>
                </a:lnTo>
                <a:lnTo>
                  <a:pt x="1769221" y="1106516"/>
                </a:lnTo>
                <a:close/>
              </a:path>
            </a:pathLst>
          </a:custGeom>
          <a:solidFill>
            <a:srgbClr val="0DDBF1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>
            <p:custDataLst>
              <p:tags r:id="rId1"/>
            </p:custDataLst>
          </p:nvPr>
        </p:nvGrpSpPr>
        <p:grpSpPr>
          <a:xfrm>
            <a:off x="189694" y="392191"/>
            <a:ext cx="1973766" cy="2834750"/>
            <a:chOff x="657922" y="858644"/>
            <a:chExt cx="1973766" cy="2834750"/>
          </a:xfrm>
        </p:grpSpPr>
        <p:grpSp>
          <p:nvGrpSpPr>
            <p:cNvPr id="20" name="组合 19"/>
            <p:cNvGrpSpPr/>
            <p:nvPr/>
          </p:nvGrpSpPr>
          <p:grpSpPr>
            <a:xfrm>
              <a:off x="657922" y="858644"/>
              <a:ext cx="1973766" cy="2834750"/>
              <a:chOff x="624469" y="490654"/>
              <a:chExt cx="1973766" cy="2834750"/>
            </a:xfrm>
          </p:grpSpPr>
          <p:cxnSp>
            <p:nvCxnSpPr>
              <p:cNvPr id="12" name="直接连接符 11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825190" y="2062976"/>
                <a:ext cx="468351" cy="858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>
                <p:custDataLst>
                  <p:tags r:id="rId3"/>
                </p:custDataLst>
              </p:nvPr>
            </p:nvCxnSpPr>
            <p:spPr>
              <a:xfrm flipH="1">
                <a:off x="1936595" y="2014654"/>
                <a:ext cx="468351" cy="858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>
                <a:stCxn id="6" idx="4"/>
                <a:endCxn id="10" idx="2"/>
              </p:cNvCxnSpPr>
              <p:nvPr>
                <p:custDataLst>
                  <p:tags r:id="rId4"/>
                </p:custDataLst>
              </p:nvPr>
            </p:nvCxnSpPr>
            <p:spPr>
              <a:xfrm>
                <a:off x="1611352" y="2464420"/>
                <a:ext cx="0" cy="4036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椭圆 5"/>
              <p:cNvSpPr/>
              <p:nvPr>
                <p:custDataLst>
                  <p:tags r:id="rId5"/>
                </p:custDataLst>
              </p:nvPr>
            </p:nvSpPr>
            <p:spPr>
              <a:xfrm>
                <a:off x="624469" y="490654"/>
                <a:ext cx="1973766" cy="1973766"/>
              </a:xfrm>
              <a:prstGeom prst="ellipse">
                <a:avLst/>
              </a:prstGeom>
              <a:gradFill>
                <a:gsLst>
                  <a:gs pos="0">
                    <a:srgbClr val="FFC000"/>
                  </a:gs>
                  <a:gs pos="42000">
                    <a:srgbClr val="FFFF00"/>
                  </a:gs>
                  <a:gs pos="100000">
                    <a:srgbClr val="FFC000"/>
                  </a:gs>
                </a:gsLst>
                <a:path path="circle">
                  <a:fillToRect l="50000" t="-80000" r="50000" b="180000"/>
                </a:path>
              </a:gradFill>
              <a:ln>
                <a:solidFill>
                  <a:srgbClr val="FDDF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梯形 9"/>
              <p:cNvSpPr/>
              <p:nvPr>
                <p:custDataLst>
                  <p:tags r:id="rId6"/>
                </p:custDataLst>
              </p:nvPr>
            </p:nvSpPr>
            <p:spPr>
              <a:xfrm flipV="1">
                <a:off x="1248937" y="2868111"/>
                <a:ext cx="724830" cy="457293"/>
              </a:xfrm>
              <a:prstGeom prst="trapezoid">
                <a:avLst/>
              </a:prstGeom>
              <a:solidFill>
                <a:srgbClr val="FF85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0" name="文本框 89"/>
            <p:cNvSpPr txBox="1"/>
            <p:nvPr/>
          </p:nvSpPr>
          <p:spPr>
            <a:xfrm>
              <a:off x="994668" y="1503713"/>
              <a:ext cx="1847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3600" b="1" dirty="0">
                <a:solidFill>
                  <a:srgbClr val="9FB70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2" name="组合 111"/>
          <p:cNvGrpSpPr/>
          <p:nvPr>
            <p:custDataLst>
              <p:tags r:id="rId7"/>
            </p:custDataLst>
          </p:nvPr>
        </p:nvGrpSpPr>
        <p:grpSpPr>
          <a:xfrm flipH="1">
            <a:off x="1402240" y="2092502"/>
            <a:ext cx="1956705" cy="1227240"/>
            <a:chOff x="594424" y="1153191"/>
            <a:chExt cx="2605976" cy="1634460"/>
          </a:xfrm>
        </p:grpSpPr>
        <p:sp>
          <p:nvSpPr>
            <p:cNvPr id="162" name="任意多边形 161"/>
            <p:cNvSpPr/>
            <p:nvPr>
              <p:custDataLst>
                <p:tags r:id="rId8"/>
              </p:custDataLst>
            </p:nvPr>
          </p:nvSpPr>
          <p:spPr>
            <a:xfrm>
              <a:off x="616196" y="1175175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52400" dist="889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任意多边形 164"/>
            <p:cNvSpPr/>
            <p:nvPr>
              <p:custDataLst>
                <p:tags r:id="rId9"/>
              </p:custDataLst>
            </p:nvPr>
          </p:nvSpPr>
          <p:spPr>
            <a:xfrm>
              <a:off x="594424" y="1153191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rgbClr val="91F0FD"/>
              </a:solidFill>
            </a:ln>
            <a:effectLst>
              <a:innerShdw blurRad="355600" dist="114300" dir="3600000">
                <a:srgbClr val="19B4C9">
                  <a:alpha val="45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>
            <p:custDataLst>
              <p:tags r:id="rId10"/>
            </p:custDataLst>
          </p:nvPr>
        </p:nvGrpSpPr>
        <p:grpSpPr>
          <a:xfrm>
            <a:off x="1898414" y="341947"/>
            <a:ext cx="2459049" cy="2022319"/>
            <a:chOff x="3559606" y="464929"/>
            <a:chExt cx="3535987" cy="2907992"/>
          </a:xfrm>
        </p:grpSpPr>
        <p:grpSp>
          <p:nvGrpSpPr>
            <p:cNvPr id="92" name="组合 91"/>
            <p:cNvGrpSpPr/>
            <p:nvPr/>
          </p:nvGrpSpPr>
          <p:grpSpPr>
            <a:xfrm rot="514072">
              <a:off x="4058274" y="464929"/>
              <a:ext cx="3037319" cy="2907992"/>
              <a:chOff x="3419909" y="535258"/>
              <a:chExt cx="2899351" cy="2775898"/>
            </a:xfrm>
          </p:grpSpPr>
          <p:grpSp>
            <p:nvGrpSpPr>
              <p:cNvPr id="4" name="组合 3"/>
              <p:cNvGrpSpPr/>
              <p:nvPr/>
            </p:nvGrpSpPr>
            <p:grpSpPr>
              <a:xfrm rot="20934511">
                <a:off x="3419909" y="535258"/>
                <a:ext cx="2899351" cy="2775898"/>
                <a:chOff x="742951" y="1223372"/>
                <a:chExt cx="2228850" cy="2367553"/>
              </a:xfrm>
            </p:grpSpPr>
            <p:sp>
              <p:nvSpPr>
                <p:cNvPr id="5" name="矩形 7"/>
                <p:cNvSpPr/>
                <p:nvPr>
                  <p:custDataLst>
                    <p:tags r:id="rId11"/>
                  </p:custDataLst>
                </p:nvPr>
              </p:nvSpPr>
              <p:spPr>
                <a:xfrm rot="21230724">
                  <a:off x="2213305" y="1223372"/>
                  <a:ext cx="676669" cy="727637"/>
                </a:xfrm>
                <a:custGeom>
                  <a:avLst/>
                  <a:gdLst>
                    <a:gd name="connsiteX0" fmla="*/ 0 w 642174"/>
                    <a:gd name="connsiteY0" fmla="*/ 0 h 725936"/>
                    <a:gd name="connsiteX1" fmla="*/ 642174 w 642174"/>
                    <a:gd name="connsiteY1" fmla="*/ 0 h 725936"/>
                    <a:gd name="connsiteX2" fmla="*/ 642174 w 642174"/>
                    <a:gd name="connsiteY2" fmla="*/ 725936 h 725936"/>
                    <a:gd name="connsiteX3" fmla="*/ 0 w 642174"/>
                    <a:gd name="connsiteY3" fmla="*/ 725936 h 725936"/>
                    <a:gd name="connsiteX4" fmla="*/ 0 w 642174"/>
                    <a:gd name="connsiteY4" fmla="*/ 0 h 725936"/>
                    <a:gd name="connsiteX0-1" fmla="*/ 0 w 667483"/>
                    <a:gd name="connsiteY0-2" fmla="*/ 39394 h 725936"/>
                    <a:gd name="connsiteX1-3" fmla="*/ 667483 w 667483"/>
                    <a:gd name="connsiteY1-4" fmla="*/ 0 h 725936"/>
                    <a:gd name="connsiteX2-5" fmla="*/ 667483 w 667483"/>
                    <a:gd name="connsiteY2-6" fmla="*/ 725936 h 725936"/>
                    <a:gd name="connsiteX3-7" fmla="*/ 25309 w 667483"/>
                    <a:gd name="connsiteY3-8" fmla="*/ 725936 h 725936"/>
                    <a:gd name="connsiteX4-9" fmla="*/ 0 w 667483"/>
                    <a:gd name="connsiteY4-10" fmla="*/ 39394 h 725936"/>
                    <a:gd name="connsiteX0-11" fmla="*/ 0 w 676669"/>
                    <a:gd name="connsiteY0-12" fmla="*/ 59465 h 725936"/>
                    <a:gd name="connsiteX1-13" fmla="*/ 676669 w 676669"/>
                    <a:gd name="connsiteY1-14" fmla="*/ 0 h 725936"/>
                    <a:gd name="connsiteX2-15" fmla="*/ 676669 w 676669"/>
                    <a:gd name="connsiteY2-16" fmla="*/ 725936 h 725936"/>
                    <a:gd name="connsiteX3-17" fmla="*/ 34495 w 676669"/>
                    <a:gd name="connsiteY3-18" fmla="*/ 725936 h 725936"/>
                    <a:gd name="connsiteX4-19" fmla="*/ 0 w 676669"/>
                    <a:gd name="connsiteY4-20" fmla="*/ 59465 h 725936"/>
                    <a:gd name="connsiteX0-21" fmla="*/ 0 w 676669"/>
                    <a:gd name="connsiteY0-22" fmla="*/ 59465 h 727637"/>
                    <a:gd name="connsiteX1-23" fmla="*/ 676669 w 676669"/>
                    <a:gd name="connsiteY1-24" fmla="*/ 0 h 727637"/>
                    <a:gd name="connsiteX2-25" fmla="*/ 627341 w 676669"/>
                    <a:gd name="connsiteY2-26" fmla="*/ 727637 h 727637"/>
                    <a:gd name="connsiteX3-27" fmla="*/ 34495 w 676669"/>
                    <a:gd name="connsiteY3-28" fmla="*/ 725936 h 727637"/>
                    <a:gd name="connsiteX4-29" fmla="*/ 0 w 676669"/>
                    <a:gd name="connsiteY4-30" fmla="*/ 59465 h 72763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676669" h="727637">
                      <a:moveTo>
                        <a:pt x="0" y="59465"/>
                      </a:moveTo>
                      <a:lnTo>
                        <a:pt x="676669" y="0"/>
                      </a:lnTo>
                      <a:lnTo>
                        <a:pt x="627341" y="727637"/>
                      </a:lnTo>
                      <a:lnTo>
                        <a:pt x="34495" y="725936"/>
                      </a:lnTo>
                      <a:lnTo>
                        <a:pt x="0" y="59465"/>
                      </a:lnTo>
                      <a:close/>
                    </a:path>
                  </a:pathLst>
                </a:custGeom>
                <a:ln>
                  <a:noFill/>
                </a:ln>
                <a:effectLst>
                  <a:outerShdw blurRad="63500" dist="63500" dir="1794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>
                  <p:custDataLst>
                    <p:tags r:id="rId12"/>
                  </p:custDataLst>
                </p:nvPr>
              </p:nvSpPr>
              <p:spPr>
                <a:xfrm flipH="1">
                  <a:off x="742951" y="1295400"/>
                  <a:ext cx="2228850" cy="2295525"/>
                </a:xfrm>
                <a:prstGeom prst="rect">
                  <a:avLst/>
                </a:prstGeom>
                <a:solidFill>
                  <a:srgbClr val="FFC000"/>
                </a:solidFill>
                <a:ln w="190500" cap="sq">
                  <a:noFill/>
                  <a:miter lim="800000"/>
                </a:ln>
                <a:effectLst/>
                <a:scene3d>
                  <a:camera prst="orthographicFront">
                    <a:rot lat="0" lon="0" rev="360000"/>
                  </a:camera>
                  <a:lightRig rig="threePt" dir="t"/>
                </a:scene3d>
                <a:sp3d extrusionH="76200" prstMaterial="matte">
                  <a:extrusionClr>
                    <a:schemeClr val="bg1"/>
                  </a:extrusionClr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" name="文本框 7"/>
              <p:cNvSpPr txBox="1"/>
              <p:nvPr>
                <p:custDataLst>
                  <p:tags r:id="rId13"/>
                </p:custDataLst>
              </p:nvPr>
            </p:nvSpPr>
            <p:spPr>
              <a:xfrm rot="20586887">
                <a:off x="4206898" y="2711790"/>
                <a:ext cx="1952356" cy="42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家长积极配合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1" name="图片 90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597013">
                <a:off x="3441049" y="786640"/>
                <a:ext cx="2673669" cy="1897851"/>
              </a:xfrm>
              <a:prstGeom prst="rect">
                <a:avLst/>
              </a:prstGeom>
            </p:spPr>
          </p:pic>
        </p:grpSp>
        <p:pic>
          <p:nvPicPr>
            <p:cNvPr id="1026" name="Picture 2" descr="https://img0.baidu.com/it/u=3188185299,2841633075&amp;fm=253&amp;app=138&amp;f=JPEG?w=800&amp;h=1067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358"/>
            <a:stretch>
              <a:fillRect/>
            </a:stretch>
          </p:blipFill>
          <p:spPr bwMode="auto">
            <a:xfrm rot="21130811">
              <a:off x="4150269" y="710869"/>
              <a:ext cx="2741962" cy="1973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" name="组合 16"/>
            <p:cNvGrpSpPr/>
            <p:nvPr/>
          </p:nvGrpSpPr>
          <p:grpSpPr>
            <a:xfrm>
              <a:off x="3559606" y="554878"/>
              <a:ext cx="928914" cy="759462"/>
              <a:chOff x="3559606" y="554878"/>
              <a:chExt cx="928914" cy="759462"/>
            </a:xfrm>
          </p:grpSpPr>
          <p:sp>
            <p:nvSpPr>
              <p:cNvPr id="108" name="五角星 2"/>
              <p:cNvSpPr/>
              <p:nvPr>
                <p:custDataLst>
                  <p:tags r:id="rId18"/>
                </p:custDataLst>
              </p:nvPr>
            </p:nvSpPr>
            <p:spPr>
              <a:xfrm rot="20076231" flipH="1">
                <a:off x="3559606" y="554878"/>
                <a:ext cx="755036" cy="759462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0CD8E2"/>
              </a:solidFill>
              <a:ln w="63500">
                <a:solidFill>
                  <a:schemeClr val="bg1"/>
                </a:solidFill>
              </a:ln>
              <a:effectLst>
                <a:outerShdw blurRad="114300" dist="762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文本框 108"/>
              <p:cNvSpPr txBox="1"/>
              <p:nvPr>
                <p:custDataLst>
                  <p:tags r:id="rId19"/>
                </p:custDataLst>
              </p:nvPr>
            </p:nvSpPr>
            <p:spPr>
              <a:xfrm rot="182610">
                <a:off x="3676317" y="720971"/>
                <a:ext cx="812203" cy="486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>
                    <a:ln w="25400">
                      <a:noFill/>
                    </a:ln>
                    <a:solidFill>
                      <a:schemeClr val="bg1"/>
                    </a:solidFill>
                    <a:latin typeface="Impact" panose="020B0806030902050204" pitchFamily="34" charset="0"/>
                    <a:ea typeface="方正超粗黑简体" panose="03000509000000000000" pitchFamily="65" charset="-122"/>
                  </a:rPr>
                  <a:t>01</a:t>
                </a:r>
                <a:endParaRPr lang="zh-CN" altLang="en-US" sz="1600" dirty="0">
                  <a:ln w="254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3000509000000000000" pitchFamily="65" charset="-122"/>
                </a:endParaRPr>
              </a:p>
            </p:txBody>
          </p:sp>
        </p:grpSp>
      </p:grpSp>
      <p:grpSp>
        <p:nvGrpSpPr>
          <p:cNvPr id="3" name="组合 2"/>
          <p:cNvGrpSpPr/>
          <p:nvPr>
            <p:custDataLst>
              <p:tags r:id="rId20"/>
            </p:custDataLst>
          </p:nvPr>
        </p:nvGrpSpPr>
        <p:grpSpPr>
          <a:xfrm>
            <a:off x="4217392" y="562757"/>
            <a:ext cx="2248664" cy="2222416"/>
            <a:chOff x="3532062" y="3175457"/>
            <a:chExt cx="3370414" cy="3331070"/>
          </a:xfrm>
        </p:grpSpPr>
        <p:grpSp>
          <p:nvGrpSpPr>
            <p:cNvPr id="95" name="组合 94"/>
            <p:cNvGrpSpPr/>
            <p:nvPr/>
          </p:nvGrpSpPr>
          <p:grpSpPr>
            <a:xfrm rot="617299">
              <a:off x="3778323" y="3503835"/>
              <a:ext cx="3046185" cy="3002692"/>
              <a:chOff x="3645242" y="3558746"/>
              <a:chExt cx="3046185" cy="3002692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3645242" y="3558746"/>
                <a:ext cx="3046185" cy="3002692"/>
                <a:chOff x="742949" y="1223372"/>
                <a:chExt cx="2228850" cy="2409996"/>
              </a:xfrm>
            </p:grpSpPr>
            <p:sp>
              <p:nvSpPr>
                <p:cNvPr id="23" name="矩形 7"/>
                <p:cNvSpPr/>
                <p:nvPr>
                  <p:custDataLst>
                    <p:tags r:id="rId21"/>
                  </p:custDataLst>
                </p:nvPr>
              </p:nvSpPr>
              <p:spPr>
                <a:xfrm rot="21230724">
                  <a:off x="2213305" y="1223372"/>
                  <a:ext cx="676669" cy="727637"/>
                </a:xfrm>
                <a:custGeom>
                  <a:avLst/>
                  <a:gdLst>
                    <a:gd name="connsiteX0" fmla="*/ 0 w 642174"/>
                    <a:gd name="connsiteY0" fmla="*/ 0 h 725936"/>
                    <a:gd name="connsiteX1" fmla="*/ 642174 w 642174"/>
                    <a:gd name="connsiteY1" fmla="*/ 0 h 725936"/>
                    <a:gd name="connsiteX2" fmla="*/ 642174 w 642174"/>
                    <a:gd name="connsiteY2" fmla="*/ 725936 h 725936"/>
                    <a:gd name="connsiteX3" fmla="*/ 0 w 642174"/>
                    <a:gd name="connsiteY3" fmla="*/ 725936 h 725936"/>
                    <a:gd name="connsiteX4" fmla="*/ 0 w 642174"/>
                    <a:gd name="connsiteY4" fmla="*/ 0 h 725936"/>
                    <a:gd name="connsiteX0-1" fmla="*/ 0 w 667483"/>
                    <a:gd name="connsiteY0-2" fmla="*/ 39394 h 725936"/>
                    <a:gd name="connsiteX1-3" fmla="*/ 667483 w 667483"/>
                    <a:gd name="connsiteY1-4" fmla="*/ 0 h 725936"/>
                    <a:gd name="connsiteX2-5" fmla="*/ 667483 w 667483"/>
                    <a:gd name="connsiteY2-6" fmla="*/ 725936 h 725936"/>
                    <a:gd name="connsiteX3-7" fmla="*/ 25309 w 667483"/>
                    <a:gd name="connsiteY3-8" fmla="*/ 725936 h 725936"/>
                    <a:gd name="connsiteX4-9" fmla="*/ 0 w 667483"/>
                    <a:gd name="connsiteY4-10" fmla="*/ 39394 h 725936"/>
                    <a:gd name="connsiteX0-11" fmla="*/ 0 w 676669"/>
                    <a:gd name="connsiteY0-12" fmla="*/ 59465 h 725936"/>
                    <a:gd name="connsiteX1-13" fmla="*/ 676669 w 676669"/>
                    <a:gd name="connsiteY1-14" fmla="*/ 0 h 725936"/>
                    <a:gd name="connsiteX2-15" fmla="*/ 676669 w 676669"/>
                    <a:gd name="connsiteY2-16" fmla="*/ 725936 h 725936"/>
                    <a:gd name="connsiteX3-17" fmla="*/ 34495 w 676669"/>
                    <a:gd name="connsiteY3-18" fmla="*/ 725936 h 725936"/>
                    <a:gd name="connsiteX4-19" fmla="*/ 0 w 676669"/>
                    <a:gd name="connsiteY4-20" fmla="*/ 59465 h 725936"/>
                    <a:gd name="connsiteX0-21" fmla="*/ 0 w 676669"/>
                    <a:gd name="connsiteY0-22" fmla="*/ 59465 h 727637"/>
                    <a:gd name="connsiteX1-23" fmla="*/ 676669 w 676669"/>
                    <a:gd name="connsiteY1-24" fmla="*/ 0 h 727637"/>
                    <a:gd name="connsiteX2-25" fmla="*/ 627341 w 676669"/>
                    <a:gd name="connsiteY2-26" fmla="*/ 727637 h 727637"/>
                    <a:gd name="connsiteX3-27" fmla="*/ 34495 w 676669"/>
                    <a:gd name="connsiteY3-28" fmla="*/ 725936 h 727637"/>
                    <a:gd name="connsiteX4-29" fmla="*/ 0 w 676669"/>
                    <a:gd name="connsiteY4-30" fmla="*/ 59465 h 72763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676669" h="727637">
                      <a:moveTo>
                        <a:pt x="0" y="59465"/>
                      </a:moveTo>
                      <a:lnTo>
                        <a:pt x="676669" y="0"/>
                      </a:lnTo>
                      <a:lnTo>
                        <a:pt x="627341" y="727637"/>
                      </a:lnTo>
                      <a:lnTo>
                        <a:pt x="34495" y="725936"/>
                      </a:lnTo>
                      <a:lnTo>
                        <a:pt x="0" y="59465"/>
                      </a:lnTo>
                      <a:close/>
                    </a:path>
                  </a:pathLst>
                </a:custGeom>
                <a:ln>
                  <a:noFill/>
                </a:ln>
                <a:effectLst>
                  <a:outerShdw blurRad="63500" dist="63500" dir="1794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梯形 5"/>
                <p:cNvSpPr/>
                <p:nvPr>
                  <p:custDataLst>
                    <p:tags r:id="rId22"/>
                  </p:custDataLst>
                </p:nvPr>
              </p:nvSpPr>
              <p:spPr>
                <a:xfrm rot="21272080">
                  <a:off x="822154" y="2670172"/>
                  <a:ext cx="1424631" cy="963196"/>
                </a:xfrm>
                <a:custGeom>
                  <a:avLst/>
                  <a:gdLst>
                    <a:gd name="connsiteX0" fmla="*/ 0 w 1347169"/>
                    <a:gd name="connsiteY0" fmla="*/ 788757 h 788757"/>
                    <a:gd name="connsiteX1" fmla="*/ 197189 w 1347169"/>
                    <a:gd name="connsiteY1" fmla="*/ 0 h 788757"/>
                    <a:gd name="connsiteX2" fmla="*/ 1149980 w 1347169"/>
                    <a:gd name="connsiteY2" fmla="*/ 0 h 788757"/>
                    <a:gd name="connsiteX3" fmla="*/ 1347169 w 1347169"/>
                    <a:gd name="connsiteY3" fmla="*/ 788757 h 788757"/>
                    <a:gd name="connsiteX4" fmla="*/ 0 w 1347169"/>
                    <a:gd name="connsiteY4" fmla="*/ 788757 h 788757"/>
                    <a:gd name="connsiteX0-1" fmla="*/ 0 w 1347169"/>
                    <a:gd name="connsiteY0-2" fmla="*/ 835166 h 835166"/>
                    <a:gd name="connsiteX1-3" fmla="*/ 5292 w 1347169"/>
                    <a:gd name="connsiteY1-4" fmla="*/ 0 h 835166"/>
                    <a:gd name="connsiteX2-5" fmla="*/ 1149980 w 1347169"/>
                    <a:gd name="connsiteY2-6" fmla="*/ 46409 h 835166"/>
                    <a:gd name="connsiteX3-7" fmla="*/ 1347169 w 1347169"/>
                    <a:gd name="connsiteY3-8" fmla="*/ 835166 h 835166"/>
                    <a:gd name="connsiteX4-9" fmla="*/ 0 w 1347169"/>
                    <a:gd name="connsiteY4-10" fmla="*/ 835166 h 835166"/>
                    <a:gd name="connsiteX0-11" fmla="*/ 0 w 1364390"/>
                    <a:gd name="connsiteY0-12" fmla="*/ 835166 h 835166"/>
                    <a:gd name="connsiteX1-13" fmla="*/ 5292 w 1364390"/>
                    <a:gd name="connsiteY1-14" fmla="*/ 0 h 835166"/>
                    <a:gd name="connsiteX2-15" fmla="*/ 1149980 w 1364390"/>
                    <a:gd name="connsiteY2-16" fmla="*/ 46409 h 835166"/>
                    <a:gd name="connsiteX3-17" fmla="*/ 1364390 w 1364390"/>
                    <a:gd name="connsiteY3-18" fmla="*/ 801753 h 835166"/>
                    <a:gd name="connsiteX4-19" fmla="*/ 0 w 1364390"/>
                    <a:gd name="connsiteY4-20" fmla="*/ 835166 h 835166"/>
                    <a:gd name="connsiteX0-21" fmla="*/ 0 w 1415023"/>
                    <a:gd name="connsiteY0-22" fmla="*/ 835166 h 835166"/>
                    <a:gd name="connsiteX1-23" fmla="*/ 5292 w 1415023"/>
                    <a:gd name="connsiteY1-24" fmla="*/ 0 h 835166"/>
                    <a:gd name="connsiteX2-25" fmla="*/ 1149980 w 1415023"/>
                    <a:gd name="connsiteY2-26" fmla="*/ 46409 h 835166"/>
                    <a:gd name="connsiteX3-27" fmla="*/ 1415023 w 1415023"/>
                    <a:gd name="connsiteY3-28" fmla="*/ 785562 h 835166"/>
                    <a:gd name="connsiteX4-29" fmla="*/ 0 w 1415023"/>
                    <a:gd name="connsiteY4-30" fmla="*/ 835166 h 835166"/>
                    <a:gd name="connsiteX0-31" fmla="*/ 0 w 1424631"/>
                    <a:gd name="connsiteY0-32" fmla="*/ 835166 h 835166"/>
                    <a:gd name="connsiteX1-33" fmla="*/ 5292 w 1424631"/>
                    <a:gd name="connsiteY1-34" fmla="*/ 0 h 835166"/>
                    <a:gd name="connsiteX2-35" fmla="*/ 1149980 w 1424631"/>
                    <a:gd name="connsiteY2-36" fmla="*/ 46409 h 835166"/>
                    <a:gd name="connsiteX3-37" fmla="*/ 1424631 w 1424631"/>
                    <a:gd name="connsiteY3-38" fmla="*/ 758433 h 835166"/>
                    <a:gd name="connsiteX4-39" fmla="*/ 0 w 1424631"/>
                    <a:gd name="connsiteY4-40" fmla="*/ 835166 h 835166"/>
                    <a:gd name="connsiteX0-41" fmla="*/ 0 w 1424631"/>
                    <a:gd name="connsiteY0-42" fmla="*/ 882475 h 882475"/>
                    <a:gd name="connsiteX1-43" fmla="*/ 23844 w 1424631"/>
                    <a:gd name="connsiteY1-44" fmla="*/ 0 h 882475"/>
                    <a:gd name="connsiteX2-45" fmla="*/ 1149980 w 1424631"/>
                    <a:gd name="connsiteY2-46" fmla="*/ 93718 h 882475"/>
                    <a:gd name="connsiteX3-47" fmla="*/ 1424631 w 1424631"/>
                    <a:gd name="connsiteY3-48" fmla="*/ 805742 h 882475"/>
                    <a:gd name="connsiteX4-49" fmla="*/ 0 w 1424631"/>
                    <a:gd name="connsiteY4-50" fmla="*/ 882475 h 882475"/>
                    <a:gd name="connsiteX0-51" fmla="*/ 0 w 1424631"/>
                    <a:gd name="connsiteY0-52" fmla="*/ 923500 h 923500"/>
                    <a:gd name="connsiteX1-53" fmla="*/ 34781 w 1424631"/>
                    <a:gd name="connsiteY1-54" fmla="*/ 0 h 923500"/>
                    <a:gd name="connsiteX2-55" fmla="*/ 1149980 w 1424631"/>
                    <a:gd name="connsiteY2-56" fmla="*/ 134743 h 923500"/>
                    <a:gd name="connsiteX3-57" fmla="*/ 1424631 w 1424631"/>
                    <a:gd name="connsiteY3-58" fmla="*/ 846767 h 923500"/>
                    <a:gd name="connsiteX4-59" fmla="*/ 0 w 1424631"/>
                    <a:gd name="connsiteY4-60" fmla="*/ 923500 h 923500"/>
                    <a:gd name="connsiteX0-61" fmla="*/ 0 w 1424631"/>
                    <a:gd name="connsiteY0-62" fmla="*/ 943016 h 943016"/>
                    <a:gd name="connsiteX1-63" fmla="*/ 50672 w 1424631"/>
                    <a:gd name="connsiteY1-64" fmla="*/ 0 h 943016"/>
                    <a:gd name="connsiteX2-65" fmla="*/ 1149980 w 1424631"/>
                    <a:gd name="connsiteY2-66" fmla="*/ 154259 h 943016"/>
                    <a:gd name="connsiteX3-67" fmla="*/ 1424631 w 1424631"/>
                    <a:gd name="connsiteY3-68" fmla="*/ 866283 h 943016"/>
                    <a:gd name="connsiteX4-69" fmla="*/ 0 w 1424631"/>
                    <a:gd name="connsiteY4-70" fmla="*/ 943016 h 943016"/>
                    <a:gd name="connsiteX0-71" fmla="*/ 0 w 1424631"/>
                    <a:gd name="connsiteY0-72" fmla="*/ 963196 h 963196"/>
                    <a:gd name="connsiteX1-73" fmla="*/ 59615 w 1424631"/>
                    <a:gd name="connsiteY1-74" fmla="*/ 0 h 963196"/>
                    <a:gd name="connsiteX2-75" fmla="*/ 1149980 w 1424631"/>
                    <a:gd name="connsiteY2-76" fmla="*/ 174439 h 963196"/>
                    <a:gd name="connsiteX3-77" fmla="*/ 1424631 w 1424631"/>
                    <a:gd name="connsiteY3-78" fmla="*/ 886463 h 963196"/>
                    <a:gd name="connsiteX4-79" fmla="*/ 0 w 1424631"/>
                    <a:gd name="connsiteY4-80" fmla="*/ 963196 h 96319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424631" h="963196">
                      <a:moveTo>
                        <a:pt x="0" y="963196"/>
                      </a:moveTo>
                      <a:lnTo>
                        <a:pt x="59615" y="0"/>
                      </a:lnTo>
                      <a:lnTo>
                        <a:pt x="1149980" y="174439"/>
                      </a:lnTo>
                      <a:lnTo>
                        <a:pt x="1424631" y="886463"/>
                      </a:lnTo>
                      <a:lnTo>
                        <a:pt x="0" y="963196"/>
                      </a:lnTo>
                      <a:close/>
                    </a:path>
                  </a:pathLst>
                </a:custGeom>
                <a:ln>
                  <a:noFill/>
                </a:ln>
                <a:effectLst>
                  <a:outerShdw blurRad="50800" dist="88900" dir="7860000" algn="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23"/>
                  </p:custDataLst>
                </p:nvPr>
              </p:nvSpPr>
              <p:spPr>
                <a:xfrm flipH="1">
                  <a:off x="742949" y="1304375"/>
                  <a:ext cx="2228850" cy="2295525"/>
                </a:xfrm>
                <a:prstGeom prst="rect">
                  <a:avLst/>
                </a:prstGeom>
                <a:solidFill>
                  <a:srgbClr val="0DDBF1"/>
                </a:solidFill>
                <a:ln w="190500" cap="sq">
                  <a:noFill/>
                  <a:miter lim="800000"/>
                </a:ln>
                <a:effectLst/>
                <a:scene3d>
                  <a:camera prst="orthographicFront">
                    <a:rot lat="0" lon="0" rev="360000"/>
                  </a:camera>
                  <a:lightRig rig="threePt" dir="t"/>
                </a:scene3d>
                <a:sp3d extrusionH="76200" prstMaterial="matte">
                  <a:extrusionClr>
                    <a:schemeClr val="bg1"/>
                  </a:extrusionClr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6" name="文本框 25"/>
              <p:cNvSpPr txBox="1"/>
              <p:nvPr>
                <p:custDataLst>
                  <p:tags r:id="rId24"/>
                </p:custDataLst>
              </p:nvPr>
            </p:nvSpPr>
            <p:spPr>
              <a:xfrm rot="21265322">
                <a:off x="4385285" y="5927862"/>
                <a:ext cx="2048962" cy="461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孩子健康成长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028" name="Picture 4" descr="https://img0.baidu.com/it/u=1542809673,1141107523&amp;fm=253&amp;fmt=auto&amp;app=138&amp;f=JPEG?w=1200&amp;h=800"/>
            <p:cNvPicPr>
              <a:picLocks noChangeAspect="1" noChangeArrowheads="1"/>
            </p:cNvPicPr>
            <p:nvPr>
              <p:custDataLst>
                <p:tags r:id="rId25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41076">
              <a:off x="4082717" y="3754365"/>
              <a:ext cx="2819759" cy="1976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组合 15"/>
            <p:cNvGrpSpPr/>
            <p:nvPr/>
          </p:nvGrpSpPr>
          <p:grpSpPr>
            <a:xfrm>
              <a:off x="3532062" y="3175457"/>
              <a:ext cx="922813" cy="752191"/>
              <a:chOff x="3532062" y="3175457"/>
              <a:chExt cx="922813" cy="752191"/>
            </a:xfrm>
          </p:grpSpPr>
          <p:sp>
            <p:nvSpPr>
              <p:cNvPr id="110" name="五角星 2"/>
              <p:cNvSpPr/>
              <p:nvPr>
                <p:custDataLst>
                  <p:tags r:id="rId27"/>
                </p:custDataLst>
              </p:nvPr>
            </p:nvSpPr>
            <p:spPr>
              <a:xfrm rot="20844947" flipH="1">
                <a:off x="3532062" y="3175457"/>
                <a:ext cx="747808" cy="75219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76CE0C"/>
              </a:solidFill>
              <a:ln w="63500">
                <a:solidFill>
                  <a:schemeClr val="bg1"/>
                </a:solidFill>
              </a:ln>
              <a:effectLst>
                <a:outerShdw blurRad="114300" dist="762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文本框 110"/>
              <p:cNvSpPr txBox="1"/>
              <p:nvPr>
                <p:custDataLst>
                  <p:tags r:id="rId28"/>
                </p:custDataLst>
              </p:nvPr>
            </p:nvSpPr>
            <p:spPr>
              <a:xfrm rot="296942">
                <a:off x="3644657" y="3354244"/>
                <a:ext cx="810218" cy="507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>
                    <a:ln w="25400">
                      <a:noFill/>
                    </a:ln>
                    <a:solidFill>
                      <a:schemeClr val="bg1"/>
                    </a:solidFill>
                    <a:latin typeface="Impact" panose="020B0806030902050204" pitchFamily="34" charset="0"/>
                    <a:ea typeface="方正超粗黑简体" panose="03000509000000000000" pitchFamily="65" charset="-122"/>
                  </a:rPr>
                  <a:t>02</a:t>
                </a:r>
                <a:endParaRPr lang="zh-CN" altLang="en-US" sz="1600" dirty="0">
                  <a:ln w="254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3000509000000000000" pitchFamily="65" charset="-122"/>
                </a:endParaRPr>
              </a:p>
            </p:txBody>
          </p:sp>
        </p:grpSp>
      </p:grpSp>
      <p:sp>
        <p:nvSpPr>
          <p:cNvPr id="57" name="矩形 47"/>
          <p:cNvSpPr>
            <a:spLocks noChangeArrowheads="1"/>
          </p:cNvSpPr>
          <p:nvPr/>
        </p:nvSpPr>
        <p:spPr bwMode="auto">
          <a:xfrm>
            <a:off x="2396272" y="3175060"/>
            <a:ext cx="8584882" cy="942806"/>
          </a:xfrm>
          <a:prstGeom prst="round2Diag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lIns="51430" tIns="25715" rIns="51430" bIns="25715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514350">
              <a:lnSpc>
                <a:spcPct val="130000"/>
              </a:lnSpc>
              <a:spcBef>
                <a:spcPct val="0"/>
              </a:spcBef>
              <a:buNone/>
              <a:defRPr/>
            </a:pPr>
            <a:r>
              <a:rPr lang="zh-CN" altLang="en-US" sz="4000" b="1" dirty="0"/>
              <a:t>全区</a:t>
            </a:r>
            <a:r>
              <a:rPr lang="zh-CN" altLang="en-US" sz="4000" b="1" dirty="0" smtClean="0"/>
              <a:t>各公、民办幼儿园</a:t>
            </a:r>
            <a:r>
              <a:rPr lang="zh-CN" altLang="en-US" sz="4000" b="1" dirty="0"/>
              <a:t>大班毕业生。</a:t>
            </a:r>
            <a:endParaRPr lang="zh-CN" altLang="en-US" sz="4000" b="1" dirty="0"/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4" fill="hold" nodeType="withEffect" p14:presetBounceEnd="5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6000">
                                          <p:cBhvr additive="base">
                                            <p:cTn id="32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6000">
                                          <p:cBhvr additive="base">
                                            <p:cTn id="33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37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3" grpId="0" animBg="1"/>
          <p:bldP spid="164" grpId="0" animBg="1"/>
          <p:bldP spid="57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37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3" grpId="0" animBg="1"/>
          <p:bldP spid="164" grpId="0" animBg="1"/>
          <p:bldP spid="57" grpId="0" bldLvl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446623" y="874910"/>
            <a:ext cx="4817525" cy="4817525"/>
            <a:chOff x="3051715" y="1629522"/>
            <a:chExt cx="7107908" cy="7107908"/>
          </a:xfrm>
        </p:grpSpPr>
        <p:sp>
          <p:nvSpPr>
            <p:cNvPr id="94" name="弧形 93"/>
            <p:cNvSpPr/>
            <p:nvPr/>
          </p:nvSpPr>
          <p:spPr>
            <a:xfrm>
              <a:off x="3649687" y="2170235"/>
              <a:ext cx="5852160" cy="5852160"/>
            </a:xfrm>
            <a:prstGeom prst="arc">
              <a:avLst>
                <a:gd name="adj1" fmla="val 10783137"/>
                <a:gd name="adj2" fmla="val 21423404"/>
              </a:avLst>
            </a:prstGeom>
            <a:ln w="38100">
              <a:solidFill>
                <a:srgbClr val="64E4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弧形 94"/>
            <p:cNvSpPr/>
            <p:nvPr/>
          </p:nvSpPr>
          <p:spPr>
            <a:xfrm>
              <a:off x="3473839" y="2023989"/>
              <a:ext cx="6197699" cy="6197699"/>
            </a:xfrm>
            <a:prstGeom prst="arc">
              <a:avLst>
                <a:gd name="adj1" fmla="val 10783137"/>
                <a:gd name="adj2" fmla="val 21575808"/>
              </a:avLst>
            </a:prstGeom>
            <a:ln w="38100">
              <a:solidFill>
                <a:srgbClr val="AEE34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弧形 95"/>
            <p:cNvSpPr/>
            <p:nvPr/>
          </p:nvSpPr>
          <p:spPr>
            <a:xfrm>
              <a:off x="3321439" y="1895035"/>
              <a:ext cx="6525946" cy="6525946"/>
            </a:xfrm>
            <a:prstGeom prst="arc">
              <a:avLst>
                <a:gd name="adj1" fmla="val 10783137"/>
                <a:gd name="adj2" fmla="val 68847"/>
              </a:avLst>
            </a:prstGeom>
            <a:ln w="38100">
              <a:solidFill>
                <a:srgbClr val="FFD347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弧形 96"/>
            <p:cNvSpPr/>
            <p:nvPr/>
          </p:nvSpPr>
          <p:spPr>
            <a:xfrm>
              <a:off x="3169038" y="1766082"/>
              <a:ext cx="6819022" cy="6819022"/>
            </a:xfrm>
            <a:prstGeom prst="arc">
              <a:avLst>
                <a:gd name="adj1" fmla="val 10783137"/>
                <a:gd name="adj2" fmla="val 77825"/>
              </a:avLst>
            </a:prstGeom>
            <a:ln w="38100">
              <a:solidFill>
                <a:srgbClr val="FDA1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弧形 97"/>
            <p:cNvSpPr/>
            <p:nvPr/>
          </p:nvSpPr>
          <p:spPr>
            <a:xfrm>
              <a:off x="3051715" y="1629522"/>
              <a:ext cx="7107908" cy="7107908"/>
            </a:xfrm>
            <a:prstGeom prst="arc">
              <a:avLst>
                <a:gd name="adj1" fmla="val 10783137"/>
                <a:gd name="adj2" fmla="val 191996"/>
              </a:avLst>
            </a:prstGeom>
            <a:ln w="38100">
              <a:solidFill>
                <a:srgbClr val="FF9FA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五角星 2"/>
          <p:cNvSpPr/>
          <p:nvPr/>
        </p:nvSpPr>
        <p:spPr>
          <a:xfrm rot="1013228">
            <a:off x="937802" y="2567720"/>
            <a:ext cx="1172591" cy="1179462"/>
          </a:xfrm>
          <a:custGeom>
            <a:avLst/>
            <a:gdLst>
              <a:gd name="connsiteX0" fmla="*/ 1 w 914400"/>
              <a:gd name="connsiteY0" fmla="*/ 349269 h 914400"/>
              <a:gd name="connsiteX1" fmla="*/ 262140 w 914400"/>
              <a:gd name="connsiteY1" fmla="*/ 223173 h 914400"/>
              <a:gd name="connsiteX2" fmla="*/ 457200 w 914400"/>
              <a:gd name="connsiteY2" fmla="*/ 0 h 914400"/>
              <a:gd name="connsiteX3" fmla="*/ 652260 w 914400"/>
              <a:gd name="connsiteY3" fmla="*/ 223173 h 914400"/>
              <a:gd name="connsiteX4" fmla="*/ 914399 w 914400"/>
              <a:gd name="connsiteY4" fmla="*/ 349269 h 914400"/>
              <a:gd name="connsiteX5" fmla="*/ 772814 w 914400"/>
              <a:gd name="connsiteY5" fmla="*/ 613293 h 914400"/>
              <a:gd name="connsiteX6" fmla="*/ 739765 w 914400"/>
              <a:gd name="connsiteY6" fmla="*/ 914398 h 914400"/>
              <a:gd name="connsiteX7" fmla="*/ 457200 w 914400"/>
              <a:gd name="connsiteY7" fmla="*/ 854400 h 914400"/>
              <a:gd name="connsiteX8" fmla="*/ 174635 w 914400"/>
              <a:gd name="connsiteY8" fmla="*/ 914398 h 914400"/>
              <a:gd name="connsiteX9" fmla="*/ 141586 w 914400"/>
              <a:gd name="connsiteY9" fmla="*/ 613293 h 914400"/>
              <a:gd name="connsiteX10" fmla="*/ 1 w 914400"/>
              <a:gd name="connsiteY10" fmla="*/ 349269 h 914400"/>
              <a:gd name="connsiteX0-1" fmla="*/ 0 w 914398"/>
              <a:gd name="connsiteY0-2" fmla="*/ 349269 h 923906"/>
              <a:gd name="connsiteX1-3" fmla="*/ 262139 w 914398"/>
              <a:gd name="connsiteY1-4" fmla="*/ 223173 h 923906"/>
              <a:gd name="connsiteX2-5" fmla="*/ 457199 w 914398"/>
              <a:gd name="connsiteY2-6" fmla="*/ 0 h 923906"/>
              <a:gd name="connsiteX3-7" fmla="*/ 652259 w 914398"/>
              <a:gd name="connsiteY3-8" fmla="*/ 223173 h 923906"/>
              <a:gd name="connsiteX4-9" fmla="*/ 914398 w 914398"/>
              <a:gd name="connsiteY4-10" fmla="*/ 349269 h 923906"/>
              <a:gd name="connsiteX5-11" fmla="*/ 772813 w 914398"/>
              <a:gd name="connsiteY5-12" fmla="*/ 613293 h 923906"/>
              <a:gd name="connsiteX6-13" fmla="*/ 739764 w 914398"/>
              <a:gd name="connsiteY6-14" fmla="*/ 914398 h 923906"/>
              <a:gd name="connsiteX7-15" fmla="*/ 457199 w 914398"/>
              <a:gd name="connsiteY7-16" fmla="*/ 854400 h 923906"/>
              <a:gd name="connsiteX8-17" fmla="*/ 174634 w 914398"/>
              <a:gd name="connsiteY8-18" fmla="*/ 914398 h 923906"/>
              <a:gd name="connsiteX9-19" fmla="*/ 141585 w 914398"/>
              <a:gd name="connsiteY9-20" fmla="*/ 613293 h 923906"/>
              <a:gd name="connsiteX10-21" fmla="*/ 0 w 914398"/>
              <a:gd name="connsiteY10-22" fmla="*/ 349269 h 923906"/>
              <a:gd name="connsiteX0-23" fmla="*/ 0 w 916461"/>
              <a:gd name="connsiteY0-24" fmla="*/ 349269 h 923906"/>
              <a:gd name="connsiteX1-25" fmla="*/ 262139 w 916461"/>
              <a:gd name="connsiteY1-26" fmla="*/ 223173 h 923906"/>
              <a:gd name="connsiteX2-27" fmla="*/ 457199 w 916461"/>
              <a:gd name="connsiteY2-28" fmla="*/ 0 h 923906"/>
              <a:gd name="connsiteX3-29" fmla="*/ 652259 w 916461"/>
              <a:gd name="connsiteY3-30" fmla="*/ 223173 h 923906"/>
              <a:gd name="connsiteX4-31" fmla="*/ 914398 w 916461"/>
              <a:gd name="connsiteY4-32" fmla="*/ 349269 h 923906"/>
              <a:gd name="connsiteX5-33" fmla="*/ 772813 w 916461"/>
              <a:gd name="connsiteY5-34" fmla="*/ 613293 h 923906"/>
              <a:gd name="connsiteX6-35" fmla="*/ 739764 w 916461"/>
              <a:gd name="connsiteY6-36" fmla="*/ 914398 h 923906"/>
              <a:gd name="connsiteX7-37" fmla="*/ 457199 w 916461"/>
              <a:gd name="connsiteY7-38" fmla="*/ 854400 h 923906"/>
              <a:gd name="connsiteX8-39" fmla="*/ 174634 w 916461"/>
              <a:gd name="connsiteY8-40" fmla="*/ 914398 h 923906"/>
              <a:gd name="connsiteX9-41" fmla="*/ 141585 w 916461"/>
              <a:gd name="connsiteY9-42" fmla="*/ 613293 h 923906"/>
              <a:gd name="connsiteX10-43" fmla="*/ 0 w 916461"/>
              <a:gd name="connsiteY10-44" fmla="*/ 349269 h 923906"/>
              <a:gd name="connsiteX0-45" fmla="*/ 0 w 916461"/>
              <a:gd name="connsiteY0-46" fmla="*/ 349269 h 923906"/>
              <a:gd name="connsiteX1-47" fmla="*/ 262139 w 916461"/>
              <a:gd name="connsiteY1-48" fmla="*/ 223173 h 923906"/>
              <a:gd name="connsiteX2-49" fmla="*/ 457199 w 916461"/>
              <a:gd name="connsiteY2-50" fmla="*/ 0 h 923906"/>
              <a:gd name="connsiteX3-51" fmla="*/ 652259 w 916461"/>
              <a:gd name="connsiteY3-52" fmla="*/ 223173 h 923906"/>
              <a:gd name="connsiteX4-53" fmla="*/ 914398 w 916461"/>
              <a:gd name="connsiteY4-54" fmla="*/ 349269 h 923906"/>
              <a:gd name="connsiteX5-55" fmla="*/ 772813 w 916461"/>
              <a:gd name="connsiteY5-56" fmla="*/ 613293 h 923906"/>
              <a:gd name="connsiteX6-57" fmla="*/ 739764 w 916461"/>
              <a:gd name="connsiteY6-58" fmla="*/ 914398 h 923906"/>
              <a:gd name="connsiteX7-59" fmla="*/ 457199 w 916461"/>
              <a:gd name="connsiteY7-60" fmla="*/ 854400 h 923906"/>
              <a:gd name="connsiteX8-61" fmla="*/ 174634 w 916461"/>
              <a:gd name="connsiteY8-62" fmla="*/ 914398 h 923906"/>
              <a:gd name="connsiteX9-63" fmla="*/ 141585 w 916461"/>
              <a:gd name="connsiteY9-64" fmla="*/ 613293 h 923906"/>
              <a:gd name="connsiteX10-65" fmla="*/ 0 w 916461"/>
              <a:gd name="connsiteY10-66" fmla="*/ 349269 h 923906"/>
              <a:gd name="connsiteX0-67" fmla="*/ 2063 w 918524"/>
              <a:gd name="connsiteY0-68" fmla="*/ 349269 h 923906"/>
              <a:gd name="connsiteX1-69" fmla="*/ 264202 w 918524"/>
              <a:gd name="connsiteY1-70" fmla="*/ 223173 h 923906"/>
              <a:gd name="connsiteX2-71" fmla="*/ 459262 w 918524"/>
              <a:gd name="connsiteY2-72" fmla="*/ 0 h 923906"/>
              <a:gd name="connsiteX3-73" fmla="*/ 654322 w 918524"/>
              <a:gd name="connsiteY3-74" fmla="*/ 223173 h 923906"/>
              <a:gd name="connsiteX4-75" fmla="*/ 916461 w 918524"/>
              <a:gd name="connsiteY4-76" fmla="*/ 349269 h 923906"/>
              <a:gd name="connsiteX5-77" fmla="*/ 774876 w 918524"/>
              <a:gd name="connsiteY5-78" fmla="*/ 613293 h 923906"/>
              <a:gd name="connsiteX6-79" fmla="*/ 741827 w 918524"/>
              <a:gd name="connsiteY6-80" fmla="*/ 914398 h 923906"/>
              <a:gd name="connsiteX7-81" fmla="*/ 459262 w 918524"/>
              <a:gd name="connsiteY7-82" fmla="*/ 854400 h 923906"/>
              <a:gd name="connsiteX8-83" fmla="*/ 176697 w 918524"/>
              <a:gd name="connsiteY8-84" fmla="*/ 914398 h 923906"/>
              <a:gd name="connsiteX9-85" fmla="*/ 143648 w 918524"/>
              <a:gd name="connsiteY9-86" fmla="*/ 613293 h 923906"/>
              <a:gd name="connsiteX10-87" fmla="*/ 2063 w 918524"/>
              <a:gd name="connsiteY10-88" fmla="*/ 349269 h 923906"/>
              <a:gd name="connsiteX0-89" fmla="*/ 2063 w 918524"/>
              <a:gd name="connsiteY0-90" fmla="*/ 349269 h 923906"/>
              <a:gd name="connsiteX1-91" fmla="*/ 264202 w 918524"/>
              <a:gd name="connsiteY1-92" fmla="*/ 223173 h 923906"/>
              <a:gd name="connsiteX2-93" fmla="*/ 459262 w 918524"/>
              <a:gd name="connsiteY2-94" fmla="*/ 0 h 923906"/>
              <a:gd name="connsiteX3-95" fmla="*/ 654322 w 918524"/>
              <a:gd name="connsiteY3-96" fmla="*/ 223173 h 923906"/>
              <a:gd name="connsiteX4-97" fmla="*/ 916461 w 918524"/>
              <a:gd name="connsiteY4-98" fmla="*/ 349269 h 923906"/>
              <a:gd name="connsiteX5-99" fmla="*/ 774876 w 918524"/>
              <a:gd name="connsiteY5-100" fmla="*/ 613293 h 923906"/>
              <a:gd name="connsiteX6-101" fmla="*/ 741827 w 918524"/>
              <a:gd name="connsiteY6-102" fmla="*/ 914398 h 923906"/>
              <a:gd name="connsiteX7-103" fmla="*/ 459262 w 918524"/>
              <a:gd name="connsiteY7-104" fmla="*/ 854400 h 923906"/>
              <a:gd name="connsiteX8-105" fmla="*/ 176697 w 918524"/>
              <a:gd name="connsiteY8-106" fmla="*/ 914398 h 923906"/>
              <a:gd name="connsiteX9-107" fmla="*/ 143648 w 918524"/>
              <a:gd name="connsiteY9-108" fmla="*/ 613293 h 923906"/>
              <a:gd name="connsiteX10-109" fmla="*/ 2063 w 918524"/>
              <a:gd name="connsiteY10-110" fmla="*/ 349269 h 923906"/>
              <a:gd name="connsiteX0-111" fmla="*/ 2063 w 918524"/>
              <a:gd name="connsiteY0-112" fmla="*/ 349269 h 923906"/>
              <a:gd name="connsiteX1-113" fmla="*/ 264202 w 918524"/>
              <a:gd name="connsiteY1-114" fmla="*/ 223173 h 923906"/>
              <a:gd name="connsiteX2-115" fmla="*/ 459262 w 918524"/>
              <a:gd name="connsiteY2-116" fmla="*/ 0 h 923906"/>
              <a:gd name="connsiteX3-117" fmla="*/ 654322 w 918524"/>
              <a:gd name="connsiteY3-118" fmla="*/ 223173 h 923906"/>
              <a:gd name="connsiteX4-119" fmla="*/ 916461 w 918524"/>
              <a:gd name="connsiteY4-120" fmla="*/ 349269 h 923906"/>
              <a:gd name="connsiteX5-121" fmla="*/ 774876 w 918524"/>
              <a:gd name="connsiteY5-122" fmla="*/ 613293 h 923906"/>
              <a:gd name="connsiteX6-123" fmla="*/ 741827 w 918524"/>
              <a:gd name="connsiteY6-124" fmla="*/ 914398 h 923906"/>
              <a:gd name="connsiteX7-125" fmla="*/ 459262 w 918524"/>
              <a:gd name="connsiteY7-126" fmla="*/ 854400 h 923906"/>
              <a:gd name="connsiteX8-127" fmla="*/ 176697 w 918524"/>
              <a:gd name="connsiteY8-128" fmla="*/ 914398 h 923906"/>
              <a:gd name="connsiteX9-129" fmla="*/ 143648 w 918524"/>
              <a:gd name="connsiteY9-130" fmla="*/ 613293 h 923906"/>
              <a:gd name="connsiteX10-131" fmla="*/ 2063 w 918524"/>
              <a:gd name="connsiteY10-132" fmla="*/ 349269 h 923906"/>
              <a:gd name="connsiteX0-133" fmla="*/ 2063 w 918524"/>
              <a:gd name="connsiteY0-134" fmla="*/ 349269 h 923906"/>
              <a:gd name="connsiteX1-135" fmla="*/ 264202 w 918524"/>
              <a:gd name="connsiteY1-136" fmla="*/ 223173 h 923906"/>
              <a:gd name="connsiteX2-137" fmla="*/ 459262 w 918524"/>
              <a:gd name="connsiteY2-138" fmla="*/ 0 h 923906"/>
              <a:gd name="connsiteX3-139" fmla="*/ 654322 w 918524"/>
              <a:gd name="connsiteY3-140" fmla="*/ 223173 h 923906"/>
              <a:gd name="connsiteX4-141" fmla="*/ 916461 w 918524"/>
              <a:gd name="connsiteY4-142" fmla="*/ 349269 h 923906"/>
              <a:gd name="connsiteX5-143" fmla="*/ 774876 w 918524"/>
              <a:gd name="connsiteY5-144" fmla="*/ 613293 h 923906"/>
              <a:gd name="connsiteX6-145" fmla="*/ 741827 w 918524"/>
              <a:gd name="connsiteY6-146" fmla="*/ 914398 h 923906"/>
              <a:gd name="connsiteX7-147" fmla="*/ 459262 w 918524"/>
              <a:gd name="connsiteY7-148" fmla="*/ 854400 h 923906"/>
              <a:gd name="connsiteX8-149" fmla="*/ 176697 w 918524"/>
              <a:gd name="connsiteY8-150" fmla="*/ 914398 h 923906"/>
              <a:gd name="connsiteX9-151" fmla="*/ 143648 w 918524"/>
              <a:gd name="connsiteY9-152" fmla="*/ 613293 h 923906"/>
              <a:gd name="connsiteX10-153" fmla="*/ 2063 w 918524"/>
              <a:gd name="connsiteY10-154" fmla="*/ 349269 h 9239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18524" h="923906">
                <a:moveTo>
                  <a:pt x="2063" y="349269"/>
                </a:moveTo>
                <a:cubicBezTo>
                  <a:pt x="22155" y="284249"/>
                  <a:pt x="188002" y="281384"/>
                  <a:pt x="264202" y="223173"/>
                </a:cubicBezTo>
                <a:cubicBezTo>
                  <a:pt x="340402" y="164962"/>
                  <a:pt x="394242" y="0"/>
                  <a:pt x="459262" y="0"/>
                </a:cubicBezTo>
                <a:cubicBezTo>
                  <a:pt x="524282" y="0"/>
                  <a:pt x="578122" y="164962"/>
                  <a:pt x="654322" y="223173"/>
                </a:cubicBezTo>
                <a:cubicBezTo>
                  <a:pt x="730522" y="281384"/>
                  <a:pt x="896369" y="284249"/>
                  <a:pt x="916461" y="349269"/>
                </a:cubicBezTo>
                <a:cubicBezTo>
                  <a:pt x="936553" y="414289"/>
                  <a:pt x="803982" y="519105"/>
                  <a:pt x="774876" y="613293"/>
                </a:cubicBezTo>
                <a:cubicBezTo>
                  <a:pt x="745770" y="707481"/>
                  <a:pt x="794429" y="874213"/>
                  <a:pt x="741827" y="914398"/>
                </a:cubicBezTo>
                <a:cubicBezTo>
                  <a:pt x="689225" y="954583"/>
                  <a:pt x="553450" y="854400"/>
                  <a:pt x="459262" y="854400"/>
                </a:cubicBezTo>
                <a:cubicBezTo>
                  <a:pt x="365074" y="874399"/>
                  <a:pt x="257367" y="928196"/>
                  <a:pt x="176697" y="914398"/>
                </a:cubicBezTo>
                <a:cubicBezTo>
                  <a:pt x="96027" y="900600"/>
                  <a:pt x="172754" y="707481"/>
                  <a:pt x="143648" y="613293"/>
                </a:cubicBezTo>
                <a:cubicBezTo>
                  <a:pt x="114542" y="519105"/>
                  <a:pt x="-18029" y="414289"/>
                  <a:pt x="2063" y="349269"/>
                </a:cubicBezTo>
                <a:close/>
              </a:path>
            </a:pathLst>
          </a:custGeom>
          <a:solidFill>
            <a:srgbClr val="0BEEF9"/>
          </a:solidFill>
          <a:ln w="63500">
            <a:noFill/>
          </a:ln>
          <a:effectLst>
            <a:outerShdw blurRad="190500" dist="63500" dir="5400000" algn="t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76200" contourW="31750" prstMaterial="plastic">
            <a:bevelT w="438150" h="158750" prst="angle"/>
            <a:bevelB w="88900"/>
            <a:extrusionClr>
              <a:srgbClr val="0DDBF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20889" y="2372816"/>
            <a:ext cx="1643449" cy="1643449"/>
          </a:xfrm>
          <a:prstGeom prst="ellipse">
            <a:avLst/>
          </a:prstGeom>
          <a:noFill/>
          <a:ln>
            <a:solidFill>
              <a:srgbClr val="22F1F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十字星 6"/>
          <p:cNvSpPr/>
          <p:nvPr/>
        </p:nvSpPr>
        <p:spPr>
          <a:xfrm rot="20953261">
            <a:off x="5066377" y="689630"/>
            <a:ext cx="566841" cy="566841"/>
          </a:xfrm>
          <a:prstGeom prst="star4">
            <a:avLst/>
          </a:prstGeom>
          <a:solidFill>
            <a:srgbClr val="06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/>
        </p:nvGrpSpPr>
        <p:grpSpPr>
          <a:xfrm>
            <a:off x="4517419" y="3038935"/>
            <a:ext cx="1340809" cy="1177946"/>
            <a:chOff x="7953284" y="6299301"/>
            <a:chExt cx="1818936" cy="1597996"/>
          </a:xfrm>
        </p:grpSpPr>
        <p:sp>
          <p:nvSpPr>
            <p:cNvPr id="72" name="椭圆 71"/>
            <p:cNvSpPr/>
            <p:nvPr/>
          </p:nvSpPr>
          <p:spPr>
            <a:xfrm>
              <a:off x="7963595" y="6303399"/>
              <a:ext cx="1593898" cy="159389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254000" dist="635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7953284" y="6299301"/>
              <a:ext cx="1818936" cy="1597009"/>
              <a:chOff x="8402463" y="4859938"/>
              <a:chExt cx="1818936" cy="1597009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8402463" y="4859938"/>
                <a:ext cx="1597009" cy="1597009"/>
                <a:chOff x="9437178" y="1562958"/>
                <a:chExt cx="1597009" cy="1597009"/>
              </a:xfrm>
            </p:grpSpPr>
            <p:sp>
              <p:nvSpPr>
                <p:cNvPr id="55" name="椭圆 54"/>
                <p:cNvSpPr/>
                <p:nvPr/>
              </p:nvSpPr>
              <p:spPr>
                <a:xfrm>
                  <a:off x="9437178" y="1566069"/>
                  <a:ext cx="1593898" cy="1593898"/>
                </a:xfrm>
                <a:prstGeom prst="ellipse">
                  <a:avLst/>
                </a:prstGeom>
                <a:solidFill>
                  <a:srgbClr val="22F1F6"/>
                </a:solidFill>
                <a:ln>
                  <a:noFill/>
                </a:ln>
                <a:effectLst>
                  <a:innerShdw blurRad="571500" dist="241300" dir="5400000">
                    <a:srgbClr val="20B6BE">
                      <a:alpha val="80000"/>
                    </a:srgb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9440289" y="1562958"/>
                  <a:ext cx="1593898" cy="15938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C000"/>
                    </a:gs>
                    <a:gs pos="40000">
                      <a:srgbClr val="FFFF00"/>
                    </a:gs>
                    <a:gs pos="96000">
                      <a:srgbClr val="FFC000"/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 w="31750">
                  <a:solidFill>
                    <a:srgbClr val="FFFF0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弧形 56"/>
                <p:cNvSpPr/>
                <p:nvPr/>
              </p:nvSpPr>
              <p:spPr>
                <a:xfrm rot="17150761">
                  <a:off x="9589212" y="1706945"/>
                  <a:ext cx="1382557" cy="1382557"/>
                </a:xfrm>
                <a:prstGeom prst="arc">
                  <a:avLst>
                    <a:gd name="adj1" fmla="val 14257598"/>
                    <a:gd name="adj2" fmla="val 17991522"/>
                  </a:avLst>
                </a:prstGeom>
                <a:ln w="127000" cap="rnd"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弧形 57"/>
                <p:cNvSpPr/>
                <p:nvPr/>
              </p:nvSpPr>
              <p:spPr>
                <a:xfrm rot="17283909">
                  <a:off x="9629644" y="1685173"/>
                  <a:ext cx="1382557" cy="1382557"/>
                </a:xfrm>
                <a:prstGeom prst="arc">
                  <a:avLst>
                    <a:gd name="adj1" fmla="val 18582933"/>
                    <a:gd name="adj2" fmla="val 19067742"/>
                  </a:avLst>
                </a:prstGeom>
                <a:ln w="127000" cap="rnd"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0" name="矩形 59"/>
              <p:cNvSpPr/>
              <p:nvPr/>
            </p:nvSpPr>
            <p:spPr>
              <a:xfrm>
                <a:off x="8785628" y="5273313"/>
                <a:ext cx="1435771" cy="876810"/>
              </a:xfrm>
              <a:prstGeom prst="rect">
                <a:avLst/>
              </a:prstGeom>
              <a:effectLst>
                <a:outerShdw blurRad="50800" dist="38100" dir="5400000" algn="t" rotWithShape="0">
                  <a:srgbClr val="F9A601">
                    <a:alpha val="92941"/>
                  </a:srgb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zh-CN" altLang="en-US" sz="3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</a:t>
                </a:r>
                <a:endParaRPr lang="zh-CN" altLang="en-US" sz="3600" dirty="0"/>
              </a:p>
            </p:txBody>
          </p:sp>
        </p:grpSp>
      </p:grpSp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5" t="15027" r="49282" b="11253"/>
          <a:stretch>
            <a:fillRect/>
          </a:stretch>
        </p:blipFill>
        <p:spPr>
          <a:xfrm>
            <a:off x="1778728" y="2064485"/>
            <a:ext cx="749431" cy="1299014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 flipH="1">
            <a:off x="1731577" y="2769300"/>
            <a:ext cx="2414421" cy="1514317"/>
            <a:chOff x="594424" y="1153191"/>
            <a:chExt cx="2605976" cy="1634460"/>
          </a:xfrm>
        </p:grpSpPr>
        <p:sp>
          <p:nvSpPr>
            <p:cNvPr id="10" name="任意多边形 9"/>
            <p:cNvSpPr/>
            <p:nvPr/>
          </p:nvSpPr>
          <p:spPr>
            <a:xfrm>
              <a:off x="616196" y="1175175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52400" dist="889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94424" y="1153191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91F0FD"/>
              </a:solidFill>
            </a:ln>
            <a:effectLst>
              <a:innerShdw blurRad="355600" dist="101600" dir="3600000">
                <a:srgbClr val="19B4C9">
                  <a:alpha val="51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10308590" y="4880210"/>
            <a:ext cx="1478249" cy="1616398"/>
            <a:chOff x="9886950" y="4535871"/>
            <a:chExt cx="1834461" cy="2005899"/>
          </a:xfrm>
        </p:grpSpPr>
        <p:sp>
          <p:nvSpPr>
            <p:cNvPr id="104" name="圆角矩形 103"/>
            <p:cNvSpPr/>
            <p:nvPr/>
          </p:nvSpPr>
          <p:spPr>
            <a:xfrm>
              <a:off x="10526487" y="5428190"/>
              <a:ext cx="328183" cy="134639"/>
            </a:xfrm>
            <a:prstGeom prst="roundRect">
              <a:avLst/>
            </a:prstGeom>
            <a:solidFill>
              <a:srgbClr val="C8740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圆角矩形 104"/>
            <p:cNvSpPr/>
            <p:nvPr/>
          </p:nvSpPr>
          <p:spPr>
            <a:xfrm rot="1452078">
              <a:off x="10593807" y="5007442"/>
              <a:ext cx="286109" cy="48806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 rot="17559220">
              <a:off x="10526211" y="4117280"/>
              <a:ext cx="611597" cy="1772498"/>
              <a:chOff x="2994660" y="1680210"/>
              <a:chExt cx="1234440" cy="3577590"/>
            </a:xfrm>
            <a:solidFill>
              <a:srgbClr val="FFC000"/>
            </a:solidFill>
          </p:grpSpPr>
          <p:sp>
            <p:nvSpPr>
              <p:cNvPr id="118" name="椭圆 117"/>
              <p:cNvSpPr/>
              <p:nvPr/>
            </p:nvSpPr>
            <p:spPr>
              <a:xfrm>
                <a:off x="3080385" y="1680210"/>
                <a:ext cx="1062990" cy="1062990"/>
              </a:xfrm>
              <a:prstGeom prst="ellipse">
                <a:avLst/>
              </a:prstGeom>
              <a:solidFill>
                <a:srgbClr val="84F6FC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3423285" y="4983480"/>
                <a:ext cx="377190" cy="27432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3314700" y="4297680"/>
                <a:ext cx="594360" cy="74295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3177540" y="2514600"/>
                <a:ext cx="868680" cy="1874520"/>
              </a:xfrm>
              <a:prstGeom prst="rect">
                <a:avLst/>
              </a:prstGeom>
              <a:grpFill/>
              <a:ln w="6350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梯形 121"/>
              <p:cNvSpPr/>
              <p:nvPr/>
            </p:nvSpPr>
            <p:spPr>
              <a:xfrm>
                <a:off x="2994660" y="2137410"/>
                <a:ext cx="1234440" cy="457200"/>
              </a:xfrm>
              <a:prstGeom prst="trapezoid">
                <a:avLst>
                  <a:gd name="adj" fmla="val 4323"/>
                </a:avLst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7" name="椭圆 106"/>
            <p:cNvSpPr/>
            <p:nvPr/>
          </p:nvSpPr>
          <p:spPr>
            <a:xfrm>
              <a:off x="10644296" y="5276721"/>
              <a:ext cx="100980" cy="10098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8" name="直接连接符 107"/>
            <p:cNvCxnSpPr>
              <a:stCxn id="104" idx="2"/>
            </p:cNvCxnSpPr>
            <p:nvPr/>
          </p:nvCxnSpPr>
          <p:spPr>
            <a:xfrm flipH="1">
              <a:off x="10686371" y="5562830"/>
              <a:ext cx="4207" cy="95089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10274038" y="5565635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10806985" y="5551610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10080494" y="6530550"/>
              <a:ext cx="1489448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9886950" y="6541770"/>
              <a:ext cx="103784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11665311" y="6527745"/>
              <a:ext cx="56100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/>
            <p:cNvSpPr/>
            <p:nvPr/>
          </p:nvSpPr>
          <p:spPr>
            <a:xfrm rot="17559220">
              <a:off x="10853495" y="4455518"/>
              <a:ext cx="79608" cy="824798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 rot="17559220">
              <a:off x="10743004" y="4722219"/>
              <a:ext cx="79608" cy="824798"/>
            </a:xfrm>
            <a:prstGeom prst="rect">
              <a:avLst/>
            </a:prstGeom>
            <a:solidFill>
              <a:srgbClr val="FC9204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 rot="17559220">
              <a:off x="10372657" y="4488927"/>
              <a:ext cx="84972" cy="178859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 rot="17559220">
              <a:off x="11189014" y="5155725"/>
              <a:ext cx="256730" cy="87380"/>
            </a:xfrm>
            <a:prstGeom prst="rect">
              <a:avLst/>
            </a:prstGeom>
            <a:solidFill>
              <a:schemeClr val="tx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9" name="MH_SubTitle_1"/>
          <p:cNvSpPr/>
          <p:nvPr>
            <p:custDataLst>
              <p:tags r:id="rId2"/>
            </p:custDataLst>
          </p:nvPr>
        </p:nvSpPr>
        <p:spPr>
          <a:xfrm>
            <a:off x="5620178" y="2064368"/>
            <a:ext cx="5429960" cy="1264548"/>
          </a:xfrm>
          <a:prstGeom prst="round2Diag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lvl="0" algn="ctr">
              <a:defRPr/>
            </a:pPr>
            <a:r>
              <a:rPr lang="zh-CN" altLang="en-US" sz="4000" b="1" kern="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信息采集的时间与方式</a:t>
            </a:r>
            <a:endParaRPr lang="zh-CN" altLang="en-US" sz="4000" b="1" kern="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8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2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6" grpId="1" animBg="1"/>
          <p:bldP spid="7" grpId="0" animBg="1"/>
          <p:bldP spid="79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8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2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6" grpId="1" animBg="1"/>
          <p:bldP spid="7" grpId="0" animBg="1"/>
          <p:bldP spid="79" grpId="0" bldLvl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987754" y="1586196"/>
            <a:ext cx="849583" cy="647483"/>
            <a:chOff x="7703161" y="1430319"/>
            <a:chExt cx="543321" cy="414075"/>
          </a:xfrm>
        </p:grpSpPr>
        <p:sp>
          <p:nvSpPr>
            <p:cNvPr id="56" name="五角星 2"/>
            <p:cNvSpPr/>
            <p:nvPr/>
          </p:nvSpPr>
          <p:spPr>
            <a:xfrm rot="20227648" flipH="1">
              <a:off x="7703161" y="1430319"/>
              <a:ext cx="411662" cy="414075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rgbClr val="92D0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803652" y="1478695"/>
              <a:ext cx="442830" cy="334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ln w="254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3000509000000000000" pitchFamily="65" charset="-122"/>
                </a:rPr>
                <a:t>1</a:t>
              </a:r>
              <a:endParaRPr lang="zh-CN" altLang="en-US" sz="2800" dirty="0">
                <a:ln w="254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方正超粗黑简体" panose="03000509000000000000" pitchFamily="65" charset="-122"/>
              </a:endParaRPr>
            </a:p>
          </p:txBody>
        </p:sp>
      </p:grpSp>
      <p:sp>
        <p:nvSpPr>
          <p:cNvPr id="73" name="AutoShape 1"/>
          <p:cNvSpPr/>
          <p:nvPr/>
        </p:nvSpPr>
        <p:spPr bwMode="auto">
          <a:xfrm>
            <a:off x="3872629" y="2925576"/>
            <a:ext cx="6342977" cy="2098160"/>
          </a:xfrm>
          <a:prstGeom prst="roundRect">
            <a:avLst>
              <a:gd name="adj" fmla="val 6301"/>
            </a:avLst>
          </a:prstGeom>
          <a:noFill/>
          <a:ln w="12700" cap="flat">
            <a:solidFill>
              <a:srgbClr val="5A5A5A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1" hangingPunct="1">
              <a:defRPr/>
            </a:pPr>
            <a:endParaRPr lang="en-US" sz="240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4" name="Group 2"/>
          <p:cNvGrpSpPr/>
          <p:nvPr/>
        </p:nvGrpSpPr>
        <p:grpSpPr bwMode="auto">
          <a:xfrm>
            <a:off x="3077293" y="3244663"/>
            <a:ext cx="1152525" cy="476250"/>
            <a:chOff x="0" y="0"/>
            <a:chExt cx="1936" cy="800"/>
          </a:xfrm>
        </p:grpSpPr>
        <p:sp>
          <p:nvSpPr>
            <p:cNvPr id="75" name="AutoShape 3"/>
            <p:cNvSpPr/>
            <p:nvPr/>
          </p:nvSpPr>
          <p:spPr bwMode="auto">
            <a:xfrm>
              <a:off x="0" y="0"/>
              <a:ext cx="1936" cy="800"/>
            </a:xfrm>
            <a:prstGeom prst="roundRect">
              <a:avLst>
                <a:gd name="adj" fmla="val 23056"/>
              </a:avLst>
            </a:prstGeom>
            <a:solidFill>
              <a:srgbClr val="92D050"/>
            </a:solidFill>
            <a:ln w="25400" cap="flat">
              <a:solidFill>
                <a:sysClr val="windowText" lastClr="000000">
                  <a:alpha val="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6" name="Rectangle 4"/>
            <p:cNvSpPr/>
            <p:nvPr/>
          </p:nvSpPr>
          <p:spPr bwMode="auto">
            <a:xfrm>
              <a:off x="482" y="213"/>
              <a:ext cx="1330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6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方式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77" name="AutoShape 5"/>
          <p:cNvSpPr/>
          <p:nvPr/>
        </p:nvSpPr>
        <p:spPr bwMode="auto">
          <a:xfrm>
            <a:off x="3872629" y="1392051"/>
            <a:ext cx="6342977" cy="1133475"/>
          </a:xfrm>
          <a:prstGeom prst="roundRect">
            <a:avLst>
              <a:gd name="adj" fmla="val 6301"/>
            </a:avLst>
          </a:prstGeom>
          <a:noFill/>
          <a:ln w="12700" cap="flat">
            <a:solidFill>
              <a:srgbClr val="5A5A5A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1" hangingPunct="1">
              <a:defRPr/>
            </a:pPr>
            <a:endParaRPr lang="en-US" sz="240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8" name="Group 6"/>
          <p:cNvGrpSpPr/>
          <p:nvPr/>
        </p:nvGrpSpPr>
        <p:grpSpPr bwMode="auto">
          <a:xfrm>
            <a:off x="3076813" y="1710900"/>
            <a:ext cx="1152872" cy="476393"/>
            <a:chOff x="0" y="0"/>
            <a:chExt cx="1936" cy="800"/>
          </a:xfrm>
          <a:solidFill>
            <a:srgbClr val="434A54"/>
          </a:solidFill>
        </p:grpSpPr>
        <p:sp>
          <p:nvSpPr>
            <p:cNvPr id="79" name="AutoShape 7"/>
            <p:cNvSpPr/>
            <p:nvPr/>
          </p:nvSpPr>
          <p:spPr bwMode="auto">
            <a:xfrm>
              <a:off x="0" y="0"/>
              <a:ext cx="1936" cy="800"/>
            </a:xfrm>
            <a:prstGeom prst="roundRect">
              <a:avLst>
                <a:gd name="adj" fmla="val 23056"/>
              </a:avLst>
            </a:prstGeom>
            <a:solidFill>
              <a:srgbClr val="92D050"/>
            </a:solidFill>
            <a:ln w="25400" cap="flat">
              <a:solidFill>
                <a:sysClr val="windowText" lastClr="000000">
                  <a:alpha val="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0" name="Rectangle 8"/>
            <p:cNvSpPr/>
            <p:nvPr/>
          </p:nvSpPr>
          <p:spPr bwMode="auto">
            <a:xfrm>
              <a:off x="483" y="197"/>
              <a:ext cx="1329" cy="46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6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时间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1" name="Rectangle 30"/>
          <p:cNvSpPr/>
          <p:nvPr/>
        </p:nvSpPr>
        <p:spPr bwMode="auto">
          <a:xfrm>
            <a:off x="4351579" y="3065878"/>
            <a:ext cx="5716774" cy="1881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72000" tIns="72000" rIns="72000" bIns="72000" anchor="ctr">
            <a:noAutofit/>
          </a:bodyPr>
          <a:lstStyle/>
          <a:p>
            <a:pPr>
              <a:defRPr/>
            </a:pPr>
            <a:r>
              <a:rPr lang="zh-CN" altLang="en-US" sz="28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家长</a:t>
            </a:r>
            <a:r>
              <a:rPr lang="zh-CN" altLang="en-US" sz="28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须</a:t>
            </a:r>
            <a:r>
              <a:rPr lang="zh-CN" altLang="en-US" sz="28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通过问卷</a:t>
            </a:r>
            <a:r>
              <a:rPr lang="zh-CN" altLang="en-US" sz="28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星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《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2026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年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松江区幼儿园毕业生信息调查表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》</a:t>
            </a:r>
            <a:r>
              <a:rPr lang="zh-CN" altLang="en-US" sz="28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，如实填报相关信息</a:t>
            </a:r>
            <a:r>
              <a:rPr lang="zh-CN" altLang="en-US" sz="28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。请使用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微信扫码</a:t>
            </a:r>
            <a:r>
              <a:rPr lang="zh-CN" altLang="en-US" sz="28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填写，每个微信只能填写一次。</a:t>
            </a:r>
            <a:endParaRPr sz="2800" dirty="0">
              <a:solidFill>
                <a:srgbClr val="323232"/>
              </a:solidFill>
              <a:latin typeface="黑体" panose="02010609060101010101" charset="-122"/>
              <a:ea typeface="黑体" panose="02010609060101010101" charset="-122"/>
              <a:cs typeface="+mj-ea"/>
              <a:sym typeface="+mn-lt"/>
            </a:endParaRPr>
          </a:p>
        </p:txBody>
      </p:sp>
      <p:sp>
        <p:nvSpPr>
          <p:cNvPr id="88" name="Rectangle 30"/>
          <p:cNvSpPr/>
          <p:nvPr>
            <p:custDataLst>
              <p:tags r:id="rId1"/>
            </p:custDataLst>
          </p:nvPr>
        </p:nvSpPr>
        <p:spPr bwMode="auto">
          <a:xfrm>
            <a:off x="4351581" y="1533701"/>
            <a:ext cx="5716772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eaLnBrk="1" hangingPunct="1">
              <a:defRPr/>
            </a:pP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202</a:t>
            </a:r>
            <a:r>
              <a:rPr lang="en-US" altLang="zh-CN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5</a:t>
            </a: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年9月</a:t>
            </a:r>
            <a:r>
              <a:rPr lang="en-US" altLang="zh-CN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19</a:t>
            </a: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日</a:t>
            </a:r>
            <a:r>
              <a:rPr lang="zh-CN" altLang="en-US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至</a:t>
            </a:r>
            <a:r>
              <a:rPr lang="en-US" altLang="zh-CN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9</a:t>
            </a: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月</a:t>
            </a:r>
            <a:r>
              <a:rPr lang="en-US" altLang="zh-CN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26</a:t>
            </a: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lt"/>
              </a:rPr>
              <a:t>日</a:t>
            </a:r>
            <a:endParaRPr lang="zh-CN" altLang="en-US" sz="320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sym typeface="+mn-lt"/>
            </a:endParaRPr>
          </a:p>
        </p:txBody>
      </p:sp>
      <p:grpSp>
        <p:nvGrpSpPr>
          <p:cNvPr id="89" name="组合 88"/>
          <p:cNvGrpSpPr/>
          <p:nvPr/>
        </p:nvGrpSpPr>
        <p:grpSpPr>
          <a:xfrm rot="2988078">
            <a:off x="2047263" y="3158787"/>
            <a:ext cx="664496" cy="648000"/>
            <a:chOff x="7716911" y="1408977"/>
            <a:chExt cx="516230" cy="503414"/>
          </a:xfrm>
        </p:grpSpPr>
        <p:sp>
          <p:nvSpPr>
            <p:cNvPr id="90" name="五角星 2"/>
            <p:cNvSpPr/>
            <p:nvPr/>
          </p:nvSpPr>
          <p:spPr>
            <a:xfrm rot="20227648" flipH="1">
              <a:off x="7716911" y="1408977"/>
              <a:ext cx="503414" cy="503414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rgbClr val="1CD8EC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 rot="18846234">
              <a:off x="7808488" y="1428623"/>
              <a:ext cx="442830" cy="4064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ln w="254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3000509000000000000" pitchFamily="65" charset="-122"/>
                </a:rPr>
                <a:t>2</a:t>
              </a:r>
              <a:endParaRPr lang="zh-CN" altLang="en-US" sz="2800" dirty="0">
                <a:ln w="254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方正超粗黑简体" panose="03000509000000000000" pitchFamily="65" charset="-122"/>
              </a:endParaRPr>
            </a:p>
          </p:txBody>
        </p:sp>
      </p:grp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73" grpId="0" bldLvl="0" animBg="1"/>
          <p:bldP spid="77" grpId="0" bldLvl="0" animBg="1"/>
          <p:bldP spid="81" grpId="0"/>
          <p:bldP spid="88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4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73" grpId="0" bldLvl="0" animBg="1"/>
          <p:bldP spid="77" grpId="0" bldLvl="0" animBg="1"/>
          <p:bldP spid="81" grpId="0"/>
          <p:bldP spid="88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488315" y="1338580"/>
            <a:ext cx="602043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2026</a:t>
            </a:r>
            <a:r>
              <a:rPr lang="zh-CN" altLang="en-US" sz="28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年</a:t>
            </a:r>
            <a:r>
              <a:rPr lang="zh-CN" altLang="en-US" sz="28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松江区幼儿园毕业生</a:t>
            </a:r>
            <a:r>
              <a:rPr lang="zh-CN" altLang="en-US" sz="28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信息</a:t>
            </a:r>
            <a:r>
              <a:rPr lang="zh-CN" altLang="en-US" sz="28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排摸问卷星</a:t>
            </a:r>
            <a:endParaRPr lang="zh-CN" altLang="en-US" sz="280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zh-CN" altLang="en-US" sz="280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问卷星</a:t>
            </a:r>
            <a:r>
              <a:rPr lang="zh-CN" altLang="en-US" sz="2800">
                <a:sym typeface="+mn-ea"/>
              </a:rPr>
              <a:t>见</a:t>
            </a:r>
            <a:r>
              <a:rPr lang="en-US" altLang="zh-CN" sz="2800">
                <a:sym typeface="+mn-ea"/>
              </a:rPr>
              <a:t>PPT</a:t>
            </a:r>
            <a:r>
              <a:rPr lang="zh-CN" altLang="en-US" sz="2800">
                <a:sym typeface="+mn-ea"/>
              </a:rPr>
              <a:t>最后二维码。</a:t>
            </a:r>
            <a:endParaRPr lang="zh-CN" altLang="en-US" sz="2800"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请家长看一下后面几页填写提示，并按题目顺序如实填写。</a:t>
            </a:r>
            <a:endParaRPr lang="zh-CN" altLang="en-US" sz="280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zh-CN" altLang="en-US" sz="280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055" y="325850"/>
            <a:ext cx="3695172" cy="616767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45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45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569731" y="1983040"/>
            <a:ext cx="3676650" cy="4714875"/>
            <a:chOff x="4308474" y="1484122"/>
            <a:chExt cx="3676650" cy="4714875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08474" y="1484122"/>
              <a:ext cx="3676650" cy="4714875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>
              <p:custDataLst>
                <p:tags r:id="rId2"/>
              </p:custDataLst>
            </p:nvPr>
          </p:nvSpPr>
          <p:spPr>
            <a:xfrm>
              <a:off x="5051498" y="5608764"/>
              <a:ext cx="2339902" cy="5232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FF0000"/>
                  </a:solidFill>
                </a:rPr>
                <a:t>身份证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18</a:t>
              </a:r>
              <a:r>
                <a:rPr lang="zh-CN" altLang="en-US" sz="1400" b="1" dirty="0" smtClean="0">
                  <a:solidFill>
                    <a:srgbClr val="FF0000"/>
                  </a:solidFill>
                </a:rPr>
                <a:t>位：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310</a:t>
              </a:r>
              <a:r>
                <a:rPr lang="en-US" sz="1400" b="1" dirty="0">
                  <a:solidFill>
                    <a:srgbClr val="FF0000"/>
                  </a:solidFill>
                </a:rPr>
                <a:t>*************41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3"/>
              </p:custDataLst>
            </p:nvPr>
          </p:nvSpPr>
          <p:spPr>
            <a:xfrm>
              <a:off x="5462951" y="4433687"/>
              <a:ext cx="2352992" cy="3077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200" b="1" u="sng">
                  <a:solidFill>
                    <a:srgbClr val="FF0000"/>
                  </a:solidFill>
                </a:defRPr>
              </a:lvl1pPr>
            </a:lstStyle>
            <a:p>
              <a:r>
                <a:rPr lang="zh-CN" altLang="en-US" sz="1400" u="none" dirty="0"/>
                <a:t>选其他</a:t>
              </a:r>
              <a:r>
                <a:rPr lang="zh-CN" altLang="en-US" sz="1400" u="none" dirty="0" smtClean="0"/>
                <a:t>，不用填写证件号码</a:t>
              </a:r>
              <a:endParaRPr lang="zh-CN" altLang="en-US" sz="1400" u="none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433101" y="199142"/>
            <a:ext cx="3033031" cy="6517344"/>
            <a:chOff x="7976875" y="77748"/>
            <a:chExt cx="2971896" cy="6670639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6875" y="77748"/>
              <a:ext cx="2971896" cy="513670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5"/>
            <a:srcRect r="4963"/>
            <a:stretch>
              <a:fillRect/>
            </a:stretch>
          </p:blipFill>
          <p:spPr>
            <a:xfrm>
              <a:off x="8028017" y="4809632"/>
              <a:ext cx="2917890" cy="1938755"/>
            </a:xfrm>
            <a:prstGeom prst="rect">
              <a:avLst/>
            </a:prstGeom>
          </p:spPr>
        </p:pic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21" y="654616"/>
            <a:ext cx="3594829" cy="6203384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7"/>
            </p:custDataLst>
          </p:nvPr>
        </p:nvSpPr>
        <p:spPr>
          <a:xfrm>
            <a:off x="9843624" y="4654329"/>
            <a:ext cx="213754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 u="sng">
                <a:solidFill>
                  <a:srgbClr val="FF0000"/>
                </a:solidFill>
              </a:defRPr>
            </a:lvl1pPr>
          </a:lstStyle>
          <a:p>
            <a:r>
              <a:rPr lang="zh-CN" altLang="en-US" sz="1400" u="none" dirty="0" smtClean="0"/>
              <a:t>以拼音排序，查找方便</a:t>
            </a:r>
            <a:endParaRPr lang="zh-CN" altLang="en-US" sz="1400" u="none" dirty="0"/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54" y="317407"/>
            <a:ext cx="3819525" cy="627697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43" y="317406"/>
            <a:ext cx="3790950" cy="62769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60" b="12182"/>
          <a:stretch>
            <a:fillRect/>
          </a:stretch>
        </p:blipFill>
        <p:spPr>
          <a:xfrm>
            <a:off x="8202826" y="672352"/>
            <a:ext cx="3443477" cy="2144561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8202826" y="2934457"/>
            <a:ext cx="3443477" cy="10772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 u="sng">
                <a:solidFill>
                  <a:srgbClr val="FF0000"/>
                </a:solidFill>
              </a:defRPr>
            </a:lvl1pPr>
          </a:lstStyle>
          <a:p>
            <a:r>
              <a:rPr lang="zh-CN" altLang="en-US" sz="1600" u="none" dirty="0" smtClean="0"/>
              <a:t>选在本区就读，继续往下填写问卷；</a:t>
            </a:r>
            <a:endParaRPr lang="en-US" altLang="zh-CN" sz="1600" u="none" dirty="0" smtClean="0"/>
          </a:p>
          <a:p>
            <a:endParaRPr lang="en-US" altLang="zh-CN" sz="1600" u="none" dirty="0" smtClean="0"/>
          </a:p>
          <a:p>
            <a:r>
              <a:rPr lang="zh-CN" altLang="en-US" sz="1600" u="none" dirty="0" smtClean="0"/>
              <a:t>选到外区、回外省（外地、外国）就读，问卷结束，直接提交。</a:t>
            </a:r>
            <a:endParaRPr lang="zh-CN" altLang="en-US" sz="1600" u="none" dirty="0"/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5452518" y="5775991"/>
            <a:ext cx="3254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</a:rPr>
              <a:t>就读班级最多可以选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15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班，有多个部的幼儿园，请注意区分。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对角圆角矩形 19"/>
          <p:cNvSpPr/>
          <p:nvPr/>
        </p:nvSpPr>
        <p:spPr>
          <a:xfrm>
            <a:off x="429668" y="369824"/>
            <a:ext cx="3685595" cy="578882"/>
          </a:xfrm>
          <a:prstGeom prst="round2DiagRect">
            <a:avLst/>
          </a:prstGeom>
          <a:solidFill>
            <a:srgbClr val="FFC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本市</a:t>
            </a:r>
            <a:r>
              <a:rPr lang="zh-CN" alt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户籍</a:t>
            </a:r>
            <a:r>
              <a: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幼儿</a:t>
            </a:r>
            <a:endParaRPr lang="zh-CN" alt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546322" y="63873"/>
            <a:ext cx="2953736" cy="6747317"/>
            <a:chOff x="4336489" y="167779"/>
            <a:chExt cx="2953736" cy="6747317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36489" y="167779"/>
              <a:ext cx="2943419" cy="4464896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6806" y="4284504"/>
              <a:ext cx="2943419" cy="2630592"/>
            </a:xfrm>
            <a:prstGeom prst="rect">
              <a:avLst/>
            </a:prstGeom>
          </p:spPr>
        </p:pic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423" y="291506"/>
            <a:ext cx="3857625" cy="563880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9301101" y="3353428"/>
            <a:ext cx="241936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</a:rPr>
              <a:t>在下拉列表中选择居委、村委名称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00" y="1328380"/>
            <a:ext cx="3682100" cy="4695083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573833" y="5795191"/>
            <a:ext cx="3139751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学生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户口簿本人</a:t>
            </a:r>
            <a:r>
              <a:rPr lang="zh-CN" altLang="en-US" sz="1600" b="1" dirty="0">
                <a:solidFill>
                  <a:srgbClr val="FF0000"/>
                </a:solidFill>
              </a:rPr>
              <a:t>页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底部“何时迁来本址”“何时迁来本市”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,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 smtClean="0">
                <a:solidFill>
                  <a:srgbClr val="FF0000"/>
                </a:solidFill>
              </a:rPr>
              <a:t>选择好相应的日期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3584" y="5535000"/>
            <a:ext cx="5390476" cy="127619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69" y="149745"/>
            <a:ext cx="3819525" cy="5334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3043380" y="1887063"/>
            <a:ext cx="1058114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跳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11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题填写</a:t>
            </a:r>
            <a:r>
              <a:rPr lang="zh-CN" altLang="en-US" sz="1600" b="1" dirty="0">
                <a:solidFill>
                  <a:srgbClr val="FF0000"/>
                </a:solidFill>
              </a:rPr>
              <a:t>户籍地房产产证登记日期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，其他选项跳转到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12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题。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4979" y="1969580"/>
            <a:ext cx="2438400" cy="4661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100" y="1143000"/>
            <a:ext cx="3790950" cy="5715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656" y="1276216"/>
            <a:ext cx="3643038" cy="5581784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6491691" y="1143000"/>
            <a:ext cx="1564359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</a:rPr>
              <a:t>选同户籍地址，跳转到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22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题，填写至问卷结束。（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2026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年信息登记时注意，人户一致务必点击蓝色按钮“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与户籍地址一致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”。）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45" name="对角圆角矩形 44"/>
          <p:cNvSpPr/>
          <p:nvPr/>
        </p:nvSpPr>
        <p:spPr>
          <a:xfrm>
            <a:off x="4317777" y="345026"/>
            <a:ext cx="3685595" cy="578882"/>
          </a:xfrm>
          <a:prstGeom prst="round2Diag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同户籍地址</a:t>
            </a:r>
            <a:endParaRPr lang="zh-CN" alt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82" y="5440263"/>
            <a:ext cx="3996437" cy="14095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788" y="1677240"/>
            <a:ext cx="3771900" cy="294322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2548194" y="2364176"/>
            <a:ext cx="1058114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</a:rPr>
              <a:t>选与户籍地址不同，跳转到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13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题，继续填写至问卷结束。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292360" y="513790"/>
            <a:ext cx="2392044" cy="5774112"/>
            <a:chOff x="4292360" y="513790"/>
            <a:chExt cx="2392044" cy="5774112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4350" y="513790"/>
              <a:ext cx="2360054" cy="366096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2360" y="3789698"/>
              <a:ext cx="2383079" cy="2498204"/>
            </a:xfrm>
            <a:prstGeom prst="rect">
              <a:avLst/>
            </a:prstGeom>
          </p:spPr>
        </p:pic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83" y="513790"/>
            <a:ext cx="3778931" cy="5270127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9897035" y="939459"/>
            <a:ext cx="1631350" cy="280076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跳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16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题填写居住地</a:t>
            </a:r>
            <a:r>
              <a:rPr lang="zh-CN" altLang="en-US" sz="1600" b="1" dirty="0">
                <a:solidFill>
                  <a:srgbClr val="FF0000"/>
                </a:solidFill>
              </a:rPr>
              <a:t>房产产证登记日期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，填写完毕后跳转到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22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题至问卷结束。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r>
              <a:rPr lang="zh-CN" altLang="en-US" sz="1600" b="1" dirty="0">
                <a:solidFill>
                  <a:srgbClr val="FF0000"/>
                </a:solidFill>
              </a:rPr>
              <a:t>选择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其他选项跳转到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22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题填写至问卷结束。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r>
              <a:rPr lang="zh-CN" altLang="en-US" sz="1600" b="1" dirty="0" smtClean="0"/>
              <a:t>注意：（第</a:t>
            </a:r>
            <a:r>
              <a:rPr lang="en-US" altLang="zh-CN" sz="1600" b="1" dirty="0" smtClean="0"/>
              <a:t>17-21</a:t>
            </a:r>
            <a:r>
              <a:rPr lang="zh-CN" altLang="en-US" sz="1600" b="1" dirty="0" smtClean="0"/>
              <a:t>题是非本市户籍信息人员填写）</a:t>
            </a:r>
            <a:endParaRPr lang="en-US" altLang="zh-CN" sz="1600" b="1" dirty="0"/>
          </a:p>
        </p:txBody>
      </p:sp>
      <p:sp>
        <p:nvSpPr>
          <p:cNvPr id="45" name="矩形 44"/>
          <p:cNvSpPr/>
          <p:nvPr/>
        </p:nvSpPr>
        <p:spPr>
          <a:xfrm>
            <a:off x="7458635" y="1021977"/>
            <a:ext cx="2438400" cy="4661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对角圆角矩形 45"/>
          <p:cNvSpPr/>
          <p:nvPr/>
        </p:nvSpPr>
        <p:spPr>
          <a:xfrm>
            <a:off x="397829" y="513790"/>
            <a:ext cx="3685595" cy="578882"/>
          </a:xfrm>
          <a:prstGeom prst="round2Diag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与户籍地址不同</a:t>
            </a:r>
            <a:endParaRPr lang="zh-CN" alt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/>
          <a:srcRect b="33582"/>
          <a:stretch>
            <a:fillRect/>
          </a:stretch>
        </p:blipFill>
        <p:spPr>
          <a:xfrm>
            <a:off x="1081730" y="1162703"/>
            <a:ext cx="4143375" cy="3934946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203" y="654621"/>
            <a:ext cx="3800475" cy="587692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对角圆角矩形 19"/>
          <p:cNvSpPr/>
          <p:nvPr/>
        </p:nvSpPr>
        <p:spPr>
          <a:xfrm>
            <a:off x="251752" y="261293"/>
            <a:ext cx="3685595" cy="578882"/>
          </a:xfrm>
          <a:prstGeom prst="round2DiagRect">
            <a:avLst/>
          </a:prstGeom>
          <a:solidFill>
            <a:srgbClr val="FFC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非本市户籍</a:t>
            </a:r>
            <a:r>
              <a: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幼儿</a:t>
            </a:r>
            <a:endParaRPr lang="zh-CN" alt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1234" y="972109"/>
            <a:ext cx="3781425" cy="573881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951" y="972109"/>
            <a:ext cx="3676650" cy="573881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52" y="972109"/>
            <a:ext cx="3876190" cy="594285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8368" y="653820"/>
            <a:ext cx="3695700" cy="39624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524" y="637726"/>
            <a:ext cx="3800475" cy="5848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62" y="516109"/>
            <a:ext cx="3854783" cy="528066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2869629" y="1109775"/>
            <a:ext cx="1452283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跳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21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题填写居住地</a:t>
            </a:r>
            <a:r>
              <a:rPr lang="zh-CN" altLang="en-US" sz="1600" b="1" dirty="0">
                <a:solidFill>
                  <a:srgbClr val="FF0000"/>
                </a:solidFill>
              </a:rPr>
              <a:t>房产产证登记日期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，其他选项跳转到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22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题。</a:t>
            </a:r>
            <a:endParaRPr lang="en-US" altLang="zh-CN" sz="16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767298" y="921265"/>
            <a:ext cx="4817525" cy="4817525"/>
            <a:chOff x="3051715" y="1629522"/>
            <a:chExt cx="7107908" cy="7107908"/>
          </a:xfrm>
        </p:grpSpPr>
        <p:sp>
          <p:nvSpPr>
            <p:cNvPr id="94" name="弧形 93"/>
            <p:cNvSpPr/>
            <p:nvPr/>
          </p:nvSpPr>
          <p:spPr>
            <a:xfrm>
              <a:off x="3649687" y="2170235"/>
              <a:ext cx="5852160" cy="5852160"/>
            </a:xfrm>
            <a:prstGeom prst="arc">
              <a:avLst>
                <a:gd name="adj1" fmla="val 10783137"/>
                <a:gd name="adj2" fmla="val 21423404"/>
              </a:avLst>
            </a:prstGeom>
            <a:ln w="38100">
              <a:solidFill>
                <a:srgbClr val="64E4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弧形 94"/>
            <p:cNvSpPr/>
            <p:nvPr/>
          </p:nvSpPr>
          <p:spPr>
            <a:xfrm>
              <a:off x="3473839" y="2023989"/>
              <a:ext cx="6197699" cy="6197699"/>
            </a:xfrm>
            <a:prstGeom prst="arc">
              <a:avLst>
                <a:gd name="adj1" fmla="val 10783137"/>
                <a:gd name="adj2" fmla="val 21575808"/>
              </a:avLst>
            </a:prstGeom>
            <a:ln w="38100">
              <a:solidFill>
                <a:srgbClr val="AEE34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弧形 95"/>
            <p:cNvSpPr/>
            <p:nvPr/>
          </p:nvSpPr>
          <p:spPr>
            <a:xfrm>
              <a:off x="3321439" y="1895035"/>
              <a:ext cx="6525946" cy="6525946"/>
            </a:xfrm>
            <a:prstGeom prst="arc">
              <a:avLst>
                <a:gd name="adj1" fmla="val 10783137"/>
                <a:gd name="adj2" fmla="val 68847"/>
              </a:avLst>
            </a:prstGeom>
            <a:ln w="38100">
              <a:solidFill>
                <a:srgbClr val="FFD347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弧形 96"/>
            <p:cNvSpPr/>
            <p:nvPr/>
          </p:nvSpPr>
          <p:spPr>
            <a:xfrm>
              <a:off x="3169038" y="1766082"/>
              <a:ext cx="6819022" cy="6819022"/>
            </a:xfrm>
            <a:prstGeom prst="arc">
              <a:avLst>
                <a:gd name="adj1" fmla="val 10783137"/>
                <a:gd name="adj2" fmla="val 77825"/>
              </a:avLst>
            </a:prstGeom>
            <a:ln w="38100">
              <a:solidFill>
                <a:srgbClr val="FDA1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弧形 97"/>
            <p:cNvSpPr/>
            <p:nvPr/>
          </p:nvSpPr>
          <p:spPr>
            <a:xfrm>
              <a:off x="3051715" y="1629522"/>
              <a:ext cx="7107908" cy="7107908"/>
            </a:xfrm>
            <a:prstGeom prst="arc">
              <a:avLst>
                <a:gd name="adj1" fmla="val 10783137"/>
                <a:gd name="adj2" fmla="val 191996"/>
              </a:avLst>
            </a:prstGeom>
            <a:ln w="38100">
              <a:solidFill>
                <a:srgbClr val="FF9FA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五角星 2"/>
          <p:cNvSpPr/>
          <p:nvPr/>
        </p:nvSpPr>
        <p:spPr>
          <a:xfrm rot="1013228">
            <a:off x="937802" y="2567720"/>
            <a:ext cx="1172591" cy="1179462"/>
          </a:xfrm>
          <a:custGeom>
            <a:avLst/>
            <a:gdLst>
              <a:gd name="connsiteX0" fmla="*/ 1 w 914400"/>
              <a:gd name="connsiteY0" fmla="*/ 349269 h 914400"/>
              <a:gd name="connsiteX1" fmla="*/ 262140 w 914400"/>
              <a:gd name="connsiteY1" fmla="*/ 223173 h 914400"/>
              <a:gd name="connsiteX2" fmla="*/ 457200 w 914400"/>
              <a:gd name="connsiteY2" fmla="*/ 0 h 914400"/>
              <a:gd name="connsiteX3" fmla="*/ 652260 w 914400"/>
              <a:gd name="connsiteY3" fmla="*/ 223173 h 914400"/>
              <a:gd name="connsiteX4" fmla="*/ 914399 w 914400"/>
              <a:gd name="connsiteY4" fmla="*/ 349269 h 914400"/>
              <a:gd name="connsiteX5" fmla="*/ 772814 w 914400"/>
              <a:gd name="connsiteY5" fmla="*/ 613293 h 914400"/>
              <a:gd name="connsiteX6" fmla="*/ 739765 w 914400"/>
              <a:gd name="connsiteY6" fmla="*/ 914398 h 914400"/>
              <a:gd name="connsiteX7" fmla="*/ 457200 w 914400"/>
              <a:gd name="connsiteY7" fmla="*/ 854400 h 914400"/>
              <a:gd name="connsiteX8" fmla="*/ 174635 w 914400"/>
              <a:gd name="connsiteY8" fmla="*/ 914398 h 914400"/>
              <a:gd name="connsiteX9" fmla="*/ 141586 w 914400"/>
              <a:gd name="connsiteY9" fmla="*/ 613293 h 914400"/>
              <a:gd name="connsiteX10" fmla="*/ 1 w 914400"/>
              <a:gd name="connsiteY10" fmla="*/ 349269 h 914400"/>
              <a:gd name="connsiteX0-1" fmla="*/ 0 w 914398"/>
              <a:gd name="connsiteY0-2" fmla="*/ 349269 h 923906"/>
              <a:gd name="connsiteX1-3" fmla="*/ 262139 w 914398"/>
              <a:gd name="connsiteY1-4" fmla="*/ 223173 h 923906"/>
              <a:gd name="connsiteX2-5" fmla="*/ 457199 w 914398"/>
              <a:gd name="connsiteY2-6" fmla="*/ 0 h 923906"/>
              <a:gd name="connsiteX3-7" fmla="*/ 652259 w 914398"/>
              <a:gd name="connsiteY3-8" fmla="*/ 223173 h 923906"/>
              <a:gd name="connsiteX4-9" fmla="*/ 914398 w 914398"/>
              <a:gd name="connsiteY4-10" fmla="*/ 349269 h 923906"/>
              <a:gd name="connsiteX5-11" fmla="*/ 772813 w 914398"/>
              <a:gd name="connsiteY5-12" fmla="*/ 613293 h 923906"/>
              <a:gd name="connsiteX6-13" fmla="*/ 739764 w 914398"/>
              <a:gd name="connsiteY6-14" fmla="*/ 914398 h 923906"/>
              <a:gd name="connsiteX7-15" fmla="*/ 457199 w 914398"/>
              <a:gd name="connsiteY7-16" fmla="*/ 854400 h 923906"/>
              <a:gd name="connsiteX8-17" fmla="*/ 174634 w 914398"/>
              <a:gd name="connsiteY8-18" fmla="*/ 914398 h 923906"/>
              <a:gd name="connsiteX9-19" fmla="*/ 141585 w 914398"/>
              <a:gd name="connsiteY9-20" fmla="*/ 613293 h 923906"/>
              <a:gd name="connsiteX10-21" fmla="*/ 0 w 914398"/>
              <a:gd name="connsiteY10-22" fmla="*/ 349269 h 923906"/>
              <a:gd name="connsiteX0-23" fmla="*/ 0 w 916461"/>
              <a:gd name="connsiteY0-24" fmla="*/ 349269 h 923906"/>
              <a:gd name="connsiteX1-25" fmla="*/ 262139 w 916461"/>
              <a:gd name="connsiteY1-26" fmla="*/ 223173 h 923906"/>
              <a:gd name="connsiteX2-27" fmla="*/ 457199 w 916461"/>
              <a:gd name="connsiteY2-28" fmla="*/ 0 h 923906"/>
              <a:gd name="connsiteX3-29" fmla="*/ 652259 w 916461"/>
              <a:gd name="connsiteY3-30" fmla="*/ 223173 h 923906"/>
              <a:gd name="connsiteX4-31" fmla="*/ 914398 w 916461"/>
              <a:gd name="connsiteY4-32" fmla="*/ 349269 h 923906"/>
              <a:gd name="connsiteX5-33" fmla="*/ 772813 w 916461"/>
              <a:gd name="connsiteY5-34" fmla="*/ 613293 h 923906"/>
              <a:gd name="connsiteX6-35" fmla="*/ 739764 w 916461"/>
              <a:gd name="connsiteY6-36" fmla="*/ 914398 h 923906"/>
              <a:gd name="connsiteX7-37" fmla="*/ 457199 w 916461"/>
              <a:gd name="connsiteY7-38" fmla="*/ 854400 h 923906"/>
              <a:gd name="connsiteX8-39" fmla="*/ 174634 w 916461"/>
              <a:gd name="connsiteY8-40" fmla="*/ 914398 h 923906"/>
              <a:gd name="connsiteX9-41" fmla="*/ 141585 w 916461"/>
              <a:gd name="connsiteY9-42" fmla="*/ 613293 h 923906"/>
              <a:gd name="connsiteX10-43" fmla="*/ 0 w 916461"/>
              <a:gd name="connsiteY10-44" fmla="*/ 349269 h 923906"/>
              <a:gd name="connsiteX0-45" fmla="*/ 0 w 916461"/>
              <a:gd name="connsiteY0-46" fmla="*/ 349269 h 923906"/>
              <a:gd name="connsiteX1-47" fmla="*/ 262139 w 916461"/>
              <a:gd name="connsiteY1-48" fmla="*/ 223173 h 923906"/>
              <a:gd name="connsiteX2-49" fmla="*/ 457199 w 916461"/>
              <a:gd name="connsiteY2-50" fmla="*/ 0 h 923906"/>
              <a:gd name="connsiteX3-51" fmla="*/ 652259 w 916461"/>
              <a:gd name="connsiteY3-52" fmla="*/ 223173 h 923906"/>
              <a:gd name="connsiteX4-53" fmla="*/ 914398 w 916461"/>
              <a:gd name="connsiteY4-54" fmla="*/ 349269 h 923906"/>
              <a:gd name="connsiteX5-55" fmla="*/ 772813 w 916461"/>
              <a:gd name="connsiteY5-56" fmla="*/ 613293 h 923906"/>
              <a:gd name="connsiteX6-57" fmla="*/ 739764 w 916461"/>
              <a:gd name="connsiteY6-58" fmla="*/ 914398 h 923906"/>
              <a:gd name="connsiteX7-59" fmla="*/ 457199 w 916461"/>
              <a:gd name="connsiteY7-60" fmla="*/ 854400 h 923906"/>
              <a:gd name="connsiteX8-61" fmla="*/ 174634 w 916461"/>
              <a:gd name="connsiteY8-62" fmla="*/ 914398 h 923906"/>
              <a:gd name="connsiteX9-63" fmla="*/ 141585 w 916461"/>
              <a:gd name="connsiteY9-64" fmla="*/ 613293 h 923906"/>
              <a:gd name="connsiteX10-65" fmla="*/ 0 w 916461"/>
              <a:gd name="connsiteY10-66" fmla="*/ 349269 h 923906"/>
              <a:gd name="connsiteX0-67" fmla="*/ 2063 w 918524"/>
              <a:gd name="connsiteY0-68" fmla="*/ 349269 h 923906"/>
              <a:gd name="connsiteX1-69" fmla="*/ 264202 w 918524"/>
              <a:gd name="connsiteY1-70" fmla="*/ 223173 h 923906"/>
              <a:gd name="connsiteX2-71" fmla="*/ 459262 w 918524"/>
              <a:gd name="connsiteY2-72" fmla="*/ 0 h 923906"/>
              <a:gd name="connsiteX3-73" fmla="*/ 654322 w 918524"/>
              <a:gd name="connsiteY3-74" fmla="*/ 223173 h 923906"/>
              <a:gd name="connsiteX4-75" fmla="*/ 916461 w 918524"/>
              <a:gd name="connsiteY4-76" fmla="*/ 349269 h 923906"/>
              <a:gd name="connsiteX5-77" fmla="*/ 774876 w 918524"/>
              <a:gd name="connsiteY5-78" fmla="*/ 613293 h 923906"/>
              <a:gd name="connsiteX6-79" fmla="*/ 741827 w 918524"/>
              <a:gd name="connsiteY6-80" fmla="*/ 914398 h 923906"/>
              <a:gd name="connsiteX7-81" fmla="*/ 459262 w 918524"/>
              <a:gd name="connsiteY7-82" fmla="*/ 854400 h 923906"/>
              <a:gd name="connsiteX8-83" fmla="*/ 176697 w 918524"/>
              <a:gd name="connsiteY8-84" fmla="*/ 914398 h 923906"/>
              <a:gd name="connsiteX9-85" fmla="*/ 143648 w 918524"/>
              <a:gd name="connsiteY9-86" fmla="*/ 613293 h 923906"/>
              <a:gd name="connsiteX10-87" fmla="*/ 2063 w 918524"/>
              <a:gd name="connsiteY10-88" fmla="*/ 349269 h 923906"/>
              <a:gd name="connsiteX0-89" fmla="*/ 2063 w 918524"/>
              <a:gd name="connsiteY0-90" fmla="*/ 349269 h 923906"/>
              <a:gd name="connsiteX1-91" fmla="*/ 264202 w 918524"/>
              <a:gd name="connsiteY1-92" fmla="*/ 223173 h 923906"/>
              <a:gd name="connsiteX2-93" fmla="*/ 459262 w 918524"/>
              <a:gd name="connsiteY2-94" fmla="*/ 0 h 923906"/>
              <a:gd name="connsiteX3-95" fmla="*/ 654322 w 918524"/>
              <a:gd name="connsiteY3-96" fmla="*/ 223173 h 923906"/>
              <a:gd name="connsiteX4-97" fmla="*/ 916461 w 918524"/>
              <a:gd name="connsiteY4-98" fmla="*/ 349269 h 923906"/>
              <a:gd name="connsiteX5-99" fmla="*/ 774876 w 918524"/>
              <a:gd name="connsiteY5-100" fmla="*/ 613293 h 923906"/>
              <a:gd name="connsiteX6-101" fmla="*/ 741827 w 918524"/>
              <a:gd name="connsiteY6-102" fmla="*/ 914398 h 923906"/>
              <a:gd name="connsiteX7-103" fmla="*/ 459262 w 918524"/>
              <a:gd name="connsiteY7-104" fmla="*/ 854400 h 923906"/>
              <a:gd name="connsiteX8-105" fmla="*/ 176697 w 918524"/>
              <a:gd name="connsiteY8-106" fmla="*/ 914398 h 923906"/>
              <a:gd name="connsiteX9-107" fmla="*/ 143648 w 918524"/>
              <a:gd name="connsiteY9-108" fmla="*/ 613293 h 923906"/>
              <a:gd name="connsiteX10-109" fmla="*/ 2063 w 918524"/>
              <a:gd name="connsiteY10-110" fmla="*/ 349269 h 923906"/>
              <a:gd name="connsiteX0-111" fmla="*/ 2063 w 918524"/>
              <a:gd name="connsiteY0-112" fmla="*/ 349269 h 923906"/>
              <a:gd name="connsiteX1-113" fmla="*/ 264202 w 918524"/>
              <a:gd name="connsiteY1-114" fmla="*/ 223173 h 923906"/>
              <a:gd name="connsiteX2-115" fmla="*/ 459262 w 918524"/>
              <a:gd name="connsiteY2-116" fmla="*/ 0 h 923906"/>
              <a:gd name="connsiteX3-117" fmla="*/ 654322 w 918524"/>
              <a:gd name="connsiteY3-118" fmla="*/ 223173 h 923906"/>
              <a:gd name="connsiteX4-119" fmla="*/ 916461 w 918524"/>
              <a:gd name="connsiteY4-120" fmla="*/ 349269 h 923906"/>
              <a:gd name="connsiteX5-121" fmla="*/ 774876 w 918524"/>
              <a:gd name="connsiteY5-122" fmla="*/ 613293 h 923906"/>
              <a:gd name="connsiteX6-123" fmla="*/ 741827 w 918524"/>
              <a:gd name="connsiteY6-124" fmla="*/ 914398 h 923906"/>
              <a:gd name="connsiteX7-125" fmla="*/ 459262 w 918524"/>
              <a:gd name="connsiteY7-126" fmla="*/ 854400 h 923906"/>
              <a:gd name="connsiteX8-127" fmla="*/ 176697 w 918524"/>
              <a:gd name="connsiteY8-128" fmla="*/ 914398 h 923906"/>
              <a:gd name="connsiteX9-129" fmla="*/ 143648 w 918524"/>
              <a:gd name="connsiteY9-130" fmla="*/ 613293 h 923906"/>
              <a:gd name="connsiteX10-131" fmla="*/ 2063 w 918524"/>
              <a:gd name="connsiteY10-132" fmla="*/ 349269 h 923906"/>
              <a:gd name="connsiteX0-133" fmla="*/ 2063 w 918524"/>
              <a:gd name="connsiteY0-134" fmla="*/ 349269 h 923906"/>
              <a:gd name="connsiteX1-135" fmla="*/ 264202 w 918524"/>
              <a:gd name="connsiteY1-136" fmla="*/ 223173 h 923906"/>
              <a:gd name="connsiteX2-137" fmla="*/ 459262 w 918524"/>
              <a:gd name="connsiteY2-138" fmla="*/ 0 h 923906"/>
              <a:gd name="connsiteX3-139" fmla="*/ 654322 w 918524"/>
              <a:gd name="connsiteY3-140" fmla="*/ 223173 h 923906"/>
              <a:gd name="connsiteX4-141" fmla="*/ 916461 w 918524"/>
              <a:gd name="connsiteY4-142" fmla="*/ 349269 h 923906"/>
              <a:gd name="connsiteX5-143" fmla="*/ 774876 w 918524"/>
              <a:gd name="connsiteY5-144" fmla="*/ 613293 h 923906"/>
              <a:gd name="connsiteX6-145" fmla="*/ 741827 w 918524"/>
              <a:gd name="connsiteY6-146" fmla="*/ 914398 h 923906"/>
              <a:gd name="connsiteX7-147" fmla="*/ 459262 w 918524"/>
              <a:gd name="connsiteY7-148" fmla="*/ 854400 h 923906"/>
              <a:gd name="connsiteX8-149" fmla="*/ 176697 w 918524"/>
              <a:gd name="connsiteY8-150" fmla="*/ 914398 h 923906"/>
              <a:gd name="connsiteX9-151" fmla="*/ 143648 w 918524"/>
              <a:gd name="connsiteY9-152" fmla="*/ 613293 h 923906"/>
              <a:gd name="connsiteX10-153" fmla="*/ 2063 w 918524"/>
              <a:gd name="connsiteY10-154" fmla="*/ 349269 h 9239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18524" h="923906">
                <a:moveTo>
                  <a:pt x="2063" y="349269"/>
                </a:moveTo>
                <a:cubicBezTo>
                  <a:pt x="22155" y="284249"/>
                  <a:pt x="188002" y="281384"/>
                  <a:pt x="264202" y="223173"/>
                </a:cubicBezTo>
                <a:cubicBezTo>
                  <a:pt x="340402" y="164962"/>
                  <a:pt x="394242" y="0"/>
                  <a:pt x="459262" y="0"/>
                </a:cubicBezTo>
                <a:cubicBezTo>
                  <a:pt x="524282" y="0"/>
                  <a:pt x="578122" y="164962"/>
                  <a:pt x="654322" y="223173"/>
                </a:cubicBezTo>
                <a:cubicBezTo>
                  <a:pt x="730522" y="281384"/>
                  <a:pt x="896369" y="284249"/>
                  <a:pt x="916461" y="349269"/>
                </a:cubicBezTo>
                <a:cubicBezTo>
                  <a:pt x="936553" y="414289"/>
                  <a:pt x="803982" y="519105"/>
                  <a:pt x="774876" y="613293"/>
                </a:cubicBezTo>
                <a:cubicBezTo>
                  <a:pt x="745770" y="707481"/>
                  <a:pt x="794429" y="874213"/>
                  <a:pt x="741827" y="914398"/>
                </a:cubicBezTo>
                <a:cubicBezTo>
                  <a:pt x="689225" y="954583"/>
                  <a:pt x="553450" y="854400"/>
                  <a:pt x="459262" y="854400"/>
                </a:cubicBezTo>
                <a:cubicBezTo>
                  <a:pt x="365074" y="874399"/>
                  <a:pt x="257367" y="928196"/>
                  <a:pt x="176697" y="914398"/>
                </a:cubicBezTo>
                <a:cubicBezTo>
                  <a:pt x="96027" y="900600"/>
                  <a:pt x="172754" y="707481"/>
                  <a:pt x="143648" y="613293"/>
                </a:cubicBezTo>
                <a:cubicBezTo>
                  <a:pt x="114542" y="519105"/>
                  <a:pt x="-18029" y="414289"/>
                  <a:pt x="2063" y="349269"/>
                </a:cubicBezTo>
                <a:close/>
              </a:path>
            </a:pathLst>
          </a:custGeom>
          <a:solidFill>
            <a:srgbClr val="0BEEF9"/>
          </a:solidFill>
          <a:ln w="63500">
            <a:noFill/>
          </a:ln>
          <a:effectLst>
            <a:outerShdw blurRad="190500" dist="63500" dir="5400000" algn="t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76200" contourW="31750" prstMaterial="plastic">
            <a:bevelT w="438150" h="158750" prst="angle"/>
            <a:bevelB w="88900"/>
            <a:extrusionClr>
              <a:srgbClr val="0DDBF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20889" y="2372816"/>
            <a:ext cx="1643449" cy="1643449"/>
          </a:xfrm>
          <a:prstGeom prst="ellipse">
            <a:avLst/>
          </a:prstGeom>
          <a:noFill/>
          <a:ln>
            <a:solidFill>
              <a:srgbClr val="22F1F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十字星 6"/>
          <p:cNvSpPr/>
          <p:nvPr/>
        </p:nvSpPr>
        <p:spPr>
          <a:xfrm rot="20953261">
            <a:off x="5066377" y="689630"/>
            <a:ext cx="566841" cy="566841"/>
          </a:xfrm>
          <a:prstGeom prst="star4">
            <a:avLst/>
          </a:prstGeom>
          <a:solidFill>
            <a:srgbClr val="06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>
            <a:off x="4940775" y="3068293"/>
            <a:ext cx="1250191" cy="1194956"/>
            <a:chOff x="9272337" y="-1404832"/>
            <a:chExt cx="1696002" cy="1621072"/>
          </a:xfrm>
        </p:grpSpPr>
        <p:sp>
          <p:nvSpPr>
            <p:cNvPr id="66" name="椭圆 65"/>
            <p:cNvSpPr/>
            <p:nvPr/>
          </p:nvSpPr>
          <p:spPr>
            <a:xfrm>
              <a:off x="9272337" y="-1377658"/>
              <a:ext cx="1593898" cy="1593898"/>
            </a:xfrm>
            <a:prstGeom prst="ellipse">
              <a:avLst/>
            </a:prstGeom>
            <a:solidFill>
              <a:srgbClr val="20B6BE"/>
            </a:solidFill>
            <a:ln>
              <a:noFill/>
            </a:ln>
            <a:effectLst>
              <a:outerShdw blurRad="254000" dist="635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9272337" y="-1404832"/>
              <a:ext cx="1597009" cy="1597009"/>
              <a:chOff x="9437178" y="1562958"/>
              <a:chExt cx="1597009" cy="1597009"/>
            </a:xfrm>
          </p:grpSpPr>
          <p:sp>
            <p:nvSpPr>
              <p:cNvPr id="34" name="椭圆 33"/>
              <p:cNvSpPr/>
              <p:nvPr/>
            </p:nvSpPr>
            <p:spPr>
              <a:xfrm>
                <a:off x="9437178" y="1566069"/>
                <a:ext cx="1593898" cy="1593898"/>
              </a:xfrm>
              <a:prstGeom prst="ellipse">
                <a:avLst/>
              </a:prstGeom>
              <a:solidFill>
                <a:srgbClr val="22F1F6"/>
              </a:solidFill>
              <a:ln>
                <a:noFill/>
              </a:ln>
              <a:effectLst>
                <a:innerShdw blurRad="571500" dist="241300" dir="5400000">
                  <a:srgbClr val="20B6BE">
                    <a:alpha val="80000"/>
                  </a:srgb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440289" y="1562958"/>
                <a:ext cx="1593898" cy="1593898"/>
              </a:xfrm>
              <a:prstGeom prst="ellipse">
                <a:avLst/>
              </a:prstGeom>
              <a:gradFill flip="none" rotWithShape="1">
                <a:gsLst>
                  <a:gs pos="0">
                    <a:srgbClr val="22F1F6"/>
                  </a:gs>
                  <a:gs pos="40000">
                    <a:srgbClr val="22F1F6"/>
                  </a:gs>
                  <a:gs pos="100000">
                    <a:srgbClr val="20B6BE">
                      <a:alpha val="0"/>
                    </a:srgbClr>
                  </a:gs>
                </a:gsLst>
                <a:path path="circle">
                  <a:fillToRect l="50000" t="-80000" r="50000" b="180000"/>
                </a:path>
                <a:tileRect/>
              </a:gradFill>
              <a:ln w="31750">
                <a:solidFill>
                  <a:srgbClr val="22F1F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弧形 36"/>
              <p:cNvSpPr/>
              <p:nvPr/>
            </p:nvSpPr>
            <p:spPr>
              <a:xfrm rot="17150761">
                <a:off x="9589212" y="1706945"/>
                <a:ext cx="1382557" cy="1382557"/>
              </a:xfrm>
              <a:prstGeom prst="arc">
                <a:avLst>
                  <a:gd name="adj1" fmla="val 14257598"/>
                  <a:gd name="adj2" fmla="val 17991522"/>
                </a:avLst>
              </a:prstGeom>
              <a:ln w="127000" cap="rnd">
                <a:solidFill>
                  <a:schemeClr val="bg1"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弧形 37"/>
              <p:cNvSpPr/>
              <p:nvPr/>
            </p:nvSpPr>
            <p:spPr>
              <a:xfrm rot="17283909">
                <a:off x="9629644" y="1685173"/>
                <a:ext cx="1382557" cy="1382557"/>
              </a:xfrm>
              <a:prstGeom prst="arc">
                <a:avLst>
                  <a:gd name="adj1" fmla="val 18582933"/>
                  <a:gd name="adj2" fmla="val 19067742"/>
                </a:avLst>
              </a:prstGeom>
              <a:ln w="127000" cap="rnd">
                <a:solidFill>
                  <a:schemeClr val="bg1"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0" name="TextBox 1"/>
            <p:cNvSpPr txBox="1"/>
            <p:nvPr/>
          </p:nvSpPr>
          <p:spPr>
            <a:xfrm>
              <a:off x="9681604" y="-1029744"/>
              <a:ext cx="1286735" cy="875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effectLst>
                    <a:outerShdw blurRad="177800" dist="50800" dir="16620000" sx="93000" sy="93000" rotWithShape="0">
                      <a:srgbClr val="20B6BE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lang="zh-CN" altLang="en-US" sz="3600" dirty="0">
                <a:effectLst>
                  <a:outerShdw blurRad="177800" dist="50800" dir="16620000" sx="93000" sy="93000" rotWithShape="0">
                    <a:srgbClr val="20B6BE"/>
                  </a:outerShdw>
                </a:effectLst>
              </a:endParaRPr>
            </a:p>
          </p:txBody>
        </p:sp>
      </p:grpSp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5" t="15027" r="49282" b="11253"/>
          <a:stretch>
            <a:fillRect/>
          </a:stretch>
        </p:blipFill>
        <p:spPr>
          <a:xfrm>
            <a:off x="1778728" y="2064485"/>
            <a:ext cx="749431" cy="1299014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 flipH="1">
            <a:off x="1731577" y="2769300"/>
            <a:ext cx="2414421" cy="1514317"/>
            <a:chOff x="594424" y="1153191"/>
            <a:chExt cx="2605976" cy="1634460"/>
          </a:xfrm>
        </p:grpSpPr>
        <p:sp>
          <p:nvSpPr>
            <p:cNvPr id="10" name="任意多边形 9"/>
            <p:cNvSpPr/>
            <p:nvPr/>
          </p:nvSpPr>
          <p:spPr>
            <a:xfrm>
              <a:off x="616196" y="1175175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52400" dist="889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94424" y="1153191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91F0FD"/>
              </a:solidFill>
            </a:ln>
            <a:effectLst>
              <a:innerShdw blurRad="355600" dist="101600" dir="3600000">
                <a:srgbClr val="19B4C9">
                  <a:alpha val="51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10308590" y="4880210"/>
            <a:ext cx="1478249" cy="1616398"/>
            <a:chOff x="9886950" y="4535871"/>
            <a:chExt cx="1834461" cy="2005899"/>
          </a:xfrm>
        </p:grpSpPr>
        <p:sp>
          <p:nvSpPr>
            <p:cNvPr id="104" name="圆角矩形 103"/>
            <p:cNvSpPr/>
            <p:nvPr/>
          </p:nvSpPr>
          <p:spPr>
            <a:xfrm>
              <a:off x="10526487" y="5428190"/>
              <a:ext cx="328183" cy="134639"/>
            </a:xfrm>
            <a:prstGeom prst="roundRect">
              <a:avLst/>
            </a:prstGeom>
            <a:solidFill>
              <a:srgbClr val="C8740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圆角矩形 104"/>
            <p:cNvSpPr/>
            <p:nvPr/>
          </p:nvSpPr>
          <p:spPr>
            <a:xfrm rot="1452078">
              <a:off x="10593807" y="5007442"/>
              <a:ext cx="286109" cy="48806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 rot="17559220">
              <a:off x="10526211" y="4117280"/>
              <a:ext cx="611597" cy="1772498"/>
              <a:chOff x="2994660" y="1680210"/>
              <a:chExt cx="1234440" cy="3577590"/>
            </a:xfrm>
            <a:solidFill>
              <a:srgbClr val="FFC000"/>
            </a:solidFill>
          </p:grpSpPr>
          <p:sp>
            <p:nvSpPr>
              <p:cNvPr id="118" name="椭圆 117"/>
              <p:cNvSpPr/>
              <p:nvPr/>
            </p:nvSpPr>
            <p:spPr>
              <a:xfrm>
                <a:off x="3080385" y="1680210"/>
                <a:ext cx="1062990" cy="1062990"/>
              </a:xfrm>
              <a:prstGeom prst="ellipse">
                <a:avLst/>
              </a:prstGeom>
              <a:solidFill>
                <a:srgbClr val="84F6FC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3423285" y="4983480"/>
                <a:ext cx="377190" cy="27432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3314700" y="4297680"/>
                <a:ext cx="594360" cy="742950"/>
              </a:xfrm>
              <a:prstGeom prst="rect">
                <a:avLst/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3177540" y="2514600"/>
                <a:ext cx="868680" cy="1874520"/>
              </a:xfrm>
              <a:prstGeom prst="rect">
                <a:avLst/>
              </a:prstGeom>
              <a:grpFill/>
              <a:ln w="6350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梯形 121"/>
              <p:cNvSpPr/>
              <p:nvPr/>
            </p:nvSpPr>
            <p:spPr>
              <a:xfrm>
                <a:off x="2994660" y="2137410"/>
                <a:ext cx="1234440" cy="457200"/>
              </a:xfrm>
              <a:prstGeom prst="trapezoid">
                <a:avLst>
                  <a:gd name="adj" fmla="val 4323"/>
                </a:avLst>
              </a:prstGeom>
              <a:grp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7" name="椭圆 106"/>
            <p:cNvSpPr/>
            <p:nvPr/>
          </p:nvSpPr>
          <p:spPr>
            <a:xfrm>
              <a:off x="10644296" y="5276721"/>
              <a:ext cx="100980" cy="10098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8" name="直接连接符 107"/>
            <p:cNvCxnSpPr>
              <a:stCxn id="104" idx="2"/>
            </p:cNvCxnSpPr>
            <p:nvPr/>
          </p:nvCxnSpPr>
          <p:spPr>
            <a:xfrm flipH="1">
              <a:off x="10686371" y="5562830"/>
              <a:ext cx="4207" cy="95089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10274038" y="5565635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10806985" y="5551610"/>
              <a:ext cx="293122" cy="9565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10080494" y="6530550"/>
              <a:ext cx="1489448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9886950" y="6541770"/>
              <a:ext cx="103784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11665311" y="6527745"/>
              <a:ext cx="56100" cy="0"/>
            </a:xfrm>
            <a:prstGeom prst="line">
              <a:avLst/>
            </a:prstGeom>
            <a:ln w="635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/>
            <p:cNvSpPr/>
            <p:nvPr/>
          </p:nvSpPr>
          <p:spPr>
            <a:xfrm rot="17559220">
              <a:off x="10853495" y="4455518"/>
              <a:ext cx="79608" cy="824798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 rot="17559220">
              <a:off x="10743004" y="4722219"/>
              <a:ext cx="79608" cy="824798"/>
            </a:xfrm>
            <a:prstGeom prst="rect">
              <a:avLst/>
            </a:prstGeom>
            <a:solidFill>
              <a:srgbClr val="FC9204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 rot="17559220">
              <a:off x="10372657" y="4488927"/>
              <a:ext cx="84972" cy="178859"/>
            </a:xfrm>
            <a:prstGeom prst="rect">
              <a:avLst/>
            </a:prstGeom>
            <a:solidFill>
              <a:schemeClr val="bg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 rot="17559220">
              <a:off x="11189014" y="5155725"/>
              <a:ext cx="256730" cy="87380"/>
            </a:xfrm>
            <a:prstGeom prst="rect">
              <a:avLst/>
            </a:prstGeom>
            <a:solidFill>
              <a:schemeClr val="tx1"/>
            </a:solidFill>
            <a:ln w="635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9" name="MH_SubTitle_1"/>
          <p:cNvSpPr/>
          <p:nvPr>
            <p:custDataLst>
              <p:tags r:id="rId2"/>
            </p:custDataLst>
          </p:nvPr>
        </p:nvSpPr>
        <p:spPr>
          <a:xfrm>
            <a:off x="5749083" y="1790048"/>
            <a:ext cx="5429960" cy="1264548"/>
          </a:xfrm>
          <a:prstGeom prst="round2Diag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lvl="0" algn="ctr">
              <a:defRPr/>
            </a:pPr>
            <a:r>
              <a:rPr lang="zh-CN" altLang="en-US" sz="4800" b="1" kern="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注意事项</a:t>
            </a:r>
            <a:endParaRPr lang="zh-CN" altLang="en-US" sz="4800" b="1" kern="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8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2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6" grpId="1" animBg="1"/>
          <p:bldP spid="7" grpId="0" animBg="1"/>
          <p:bldP spid="79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8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2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6" grpId="1" animBg="1"/>
          <p:bldP spid="7" grpId="0" animBg="1"/>
          <p:bldP spid="79" grpId="0" bldLvl="0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 bwMode="auto">
          <a:xfrm>
            <a:off x="1134337" y="1296779"/>
            <a:ext cx="9471062" cy="2306955"/>
            <a:chOff x="485404" y="1211097"/>
            <a:chExt cx="9798096" cy="2390930"/>
          </a:xfrm>
        </p:grpSpPr>
        <p:sp>
          <p:nvSpPr>
            <p:cNvPr id="45" name="圆角矩形 6"/>
            <p:cNvSpPr/>
            <p:nvPr/>
          </p:nvSpPr>
          <p:spPr>
            <a:xfrm>
              <a:off x="485404" y="1436260"/>
              <a:ext cx="1222483" cy="63143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177"/>
            <p:cNvSpPr>
              <a:spLocks noChangeArrowheads="1"/>
            </p:cNvSpPr>
            <p:nvPr/>
          </p:nvSpPr>
          <p:spPr bwMode="white">
            <a:xfrm>
              <a:off x="936302" y="1554347"/>
              <a:ext cx="320580" cy="333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180"/>
            <p:cNvSpPr>
              <a:spLocks noChangeArrowheads="1"/>
            </p:cNvSpPr>
            <p:nvPr/>
          </p:nvSpPr>
          <p:spPr bwMode="auto">
            <a:xfrm>
              <a:off x="1902254" y="1211097"/>
              <a:ext cx="8381246" cy="23909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>
                  <a:schemeClr val="tx1"/>
                </a:buClr>
                <a:buSzPct val="85000"/>
                <a:buNone/>
                <a:defRPr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摸底调查是本区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招生工作中的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重要环节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，希望各位家长高度重视、如实填写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buClr>
                  <a:schemeClr val="tx1"/>
                </a:buClr>
                <a:buSzPct val="85000"/>
                <a:buNone/>
                <a:defRPr/>
              </a:pP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信息排摸不是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正式报名，入学报名以正式报名时（下学期）所提交的材料为准</a:t>
              </a:r>
              <a:r>
                <a:rPr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 bwMode="auto">
          <a:xfrm>
            <a:off x="1880065" y="3532045"/>
            <a:ext cx="9056987" cy="688141"/>
            <a:chOff x="732346" y="2482936"/>
            <a:chExt cx="9369269" cy="712959"/>
          </a:xfrm>
        </p:grpSpPr>
        <p:sp>
          <p:nvSpPr>
            <p:cNvPr id="50" name="Rectangle 178"/>
            <p:cNvSpPr>
              <a:spLocks noChangeArrowheads="1"/>
            </p:cNvSpPr>
            <p:nvPr/>
          </p:nvSpPr>
          <p:spPr bwMode="white">
            <a:xfrm>
              <a:off x="732346" y="2782733"/>
              <a:ext cx="320565" cy="413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181"/>
            <p:cNvSpPr>
              <a:spLocks noChangeArrowheads="1"/>
            </p:cNvSpPr>
            <p:nvPr/>
          </p:nvSpPr>
          <p:spPr bwMode="auto">
            <a:xfrm>
              <a:off x="1687348" y="2482936"/>
              <a:ext cx="8414267" cy="668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2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2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6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2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2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2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6" presetID="18" presetClass="entr" presetSubtype="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2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0" y="6023464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64E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0" y="6250159"/>
            <a:ext cx="12192000" cy="904875"/>
          </a:xfrm>
          <a:custGeom>
            <a:avLst/>
            <a:gdLst>
              <a:gd name="connsiteX0" fmla="*/ 354549 w 12192000"/>
              <a:gd name="connsiteY0" fmla="*/ 0 h 904875"/>
              <a:gd name="connsiteX1" fmla="*/ 369351 w 12192000"/>
              <a:gd name="connsiteY1" fmla="*/ 0 h 904875"/>
              <a:gd name="connsiteX2" fmla="*/ 376364 w 12192000"/>
              <a:gd name="connsiteY2" fmla="*/ 34740 h 904875"/>
              <a:gd name="connsiteX3" fmla="*/ 582612 w 12192000"/>
              <a:gd name="connsiteY3" fmla="*/ 171450 h 904875"/>
              <a:gd name="connsiteX4" fmla="*/ 788860 w 12192000"/>
              <a:gd name="connsiteY4" fmla="*/ 34740 h 904875"/>
              <a:gd name="connsiteX5" fmla="*/ 795874 w 12192000"/>
              <a:gd name="connsiteY5" fmla="*/ 0 h 904875"/>
              <a:gd name="connsiteX6" fmla="*/ 810676 w 12192000"/>
              <a:gd name="connsiteY6" fmla="*/ 0 h 904875"/>
              <a:gd name="connsiteX7" fmla="*/ 817689 w 12192000"/>
              <a:gd name="connsiteY7" fmla="*/ 34740 h 904875"/>
              <a:gd name="connsiteX8" fmla="*/ 1023937 w 12192000"/>
              <a:gd name="connsiteY8" fmla="*/ 171450 h 904875"/>
              <a:gd name="connsiteX9" fmla="*/ 1230185 w 12192000"/>
              <a:gd name="connsiteY9" fmla="*/ 34740 h 904875"/>
              <a:gd name="connsiteX10" fmla="*/ 1237199 w 12192000"/>
              <a:gd name="connsiteY10" fmla="*/ 0 h 904875"/>
              <a:gd name="connsiteX11" fmla="*/ 1258351 w 12192000"/>
              <a:gd name="connsiteY11" fmla="*/ 0 h 904875"/>
              <a:gd name="connsiteX12" fmla="*/ 1265364 w 12192000"/>
              <a:gd name="connsiteY12" fmla="*/ 34740 h 904875"/>
              <a:gd name="connsiteX13" fmla="*/ 1471612 w 12192000"/>
              <a:gd name="connsiteY13" fmla="*/ 171450 h 904875"/>
              <a:gd name="connsiteX14" fmla="*/ 1677860 w 12192000"/>
              <a:gd name="connsiteY14" fmla="*/ 34740 h 904875"/>
              <a:gd name="connsiteX15" fmla="*/ 1684874 w 12192000"/>
              <a:gd name="connsiteY15" fmla="*/ 0 h 904875"/>
              <a:gd name="connsiteX16" fmla="*/ 1699676 w 12192000"/>
              <a:gd name="connsiteY16" fmla="*/ 0 h 904875"/>
              <a:gd name="connsiteX17" fmla="*/ 1706689 w 12192000"/>
              <a:gd name="connsiteY17" fmla="*/ 34740 h 904875"/>
              <a:gd name="connsiteX18" fmla="*/ 1912937 w 12192000"/>
              <a:gd name="connsiteY18" fmla="*/ 171450 h 904875"/>
              <a:gd name="connsiteX19" fmla="*/ 2119185 w 12192000"/>
              <a:gd name="connsiteY19" fmla="*/ 34740 h 904875"/>
              <a:gd name="connsiteX20" fmla="*/ 2126199 w 12192000"/>
              <a:gd name="connsiteY20" fmla="*/ 0 h 904875"/>
              <a:gd name="connsiteX21" fmla="*/ 2141001 w 12192000"/>
              <a:gd name="connsiteY21" fmla="*/ 0 h 904875"/>
              <a:gd name="connsiteX22" fmla="*/ 2148014 w 12192000"/>
              <a:gd name="connsiteY22" fmla="*/ 34740 h 904875"/>
              <a:gd name="connsiteX23" fmla="*/ 2354262 w 12192000"/>
              <a:gd name="connsiteY23" fmla="*/ 171450 h 904875"/>
              <a:gd name="connsiteX24" fmla="*/ 2560510 w 12192000"/>
              <a:gd name="connsiteY24" fmla="*/ 34740 h 904875"/>
              <a:gd name="connsiteX25" fmla="*/ 2567524 w 12192000"/>
              <a:gd name="connsiteY25" fmla="*/ 0 h 904875"/>
              <a:gd name="connsiteX26" fmla="*/ 2582326 w 12192000"/>
              <a:gd name="connsiteY26" fmla="*/ 0 h 904875"/>
              <a:gd name="connsiteX27" fmla="*/ 2589339 w 12192000"/>
              <a:gd name="connsiteY27" fmla="*/ 34740 h 904875"/>
              <a:gd name="connsiteX28" fmla="*/ 2795587 w 12192000"/>
              <a:gd name="connsiteY28" fmla="*/ 171450 h 904875"/>
              <a:gd name="connsiteX29" fmla="*/ 3001835 w 12192000"/>
              <a:gd name="connsiteY29" fmla="*/ 34740 h 904875"/>
              <a:gd name="connsiteX30" fmla="*/ 3008849 w 12192000"/>
              <a:gd name="connsiteY30" fmla="*/ 0 h 904875"/>
              <a:gd name="connsiteX31" fmla="*/ 3020476 w 12192000"/>
              <a:gd name="connsiteY31" fmla="*/ 0 h 904875"/>
              <a:gd name="connsiteX32" fmla="*/ 3027490 w 12192000"/>
              <a:gd name="connsiteY32" fmla="*/ 34740 h 904875"/>
              <a:gd name="connsiteX33" fmla="*/ 3233737 w 12192000"/>
              <a:gd name="connsiteY33" fmla="*/ 171450 h 904875"/>
              <a:gd name="connsiteX34" fmla="*/ 3439985 w 12192000"/>
              <a:gd name="connsiteY34" fmla="*/ 34740 h 904875"/>
              <a:gd name="connsiteX35" fmla="*/ 3446999 w 12192000"/>
              <a:gd name="connsiteY35" fmla="*/ 0 h 904875"/>
              <a:gd name="connsiteX36" fmla="*/ 3461800 w 12192000"/>
              <a:gd name="connsiteY36" fmla="*/ 0 h 904875"/>
              <a:gd name="connsiteX37" fmla="*/ 3468814 w 12192000"/>
              <a:gd name="connsiteY37" fmla="*/ 34740 h 904875"/>
              <a:gd name="connsiteX38" fmla="*/ 3675062 w 12192000"/>
              <a:gd name="connsiteY38" fmla="*/ 171450 h 904875"/>
              <a:gd name="connsiteX39" fmla="*/ 3881310 w 12192000"/>
              <a:gd name="connsiteY39" fmla="*/ 34740 h 904875"/>
              <a:gd name="connsiteX40" fmla="*/ 3888324 w 12192000"/>
              <a:gd name="connsiteY40" fmla="*/ 0 h 904875"/>
              <a:gd name="connsiteX41" fmla="*/ 3903126 w 12192000"/>
              <a:gd name="connsiteY41" fmla="*/ 0 h 904875"/>
              <a:gd name="connsiteX42" fmla="*/ 3910139 w 12192000"/>
              <a:gd name="connsiteY42" fmla="*/ 34740 h 904875"/>
              <a:gd name="connsiteX43" fmla="*/ 4116387 w 12192000"/>
              <a:gd name="connsiteY43" fmla="*/ 171450 h 904875"/>
              <a:gd name="connsiteX44" fmla="*/ 4322636 w 12192000"/>
              <a:gd name="connsiteY44" fmla="*/ 34740 h 904875"/>
              <a:gd name="connsiteX45" fmla="*/ 4329649 w 12192000"/>
              <a:gd name="connsiteY45" fmla="*/ 0 h 904875"/>
              <a:gd name="connsiteX46" fmla="*/ 4344451 w 12192000"/>
              <a:gd name="connsiteY46" fmla="*/ 0 h 904875"/>
              <a:gd name="connsiteX47" fmla="*/ 4351465 w 12192000"/>
              <a:gd name="connsiteY47" fmla="*/ 34740 h 904875"/>
              <a:gd name="connsiteX48" fmla="*/ 4557713 w 12192000"/>
              <a:gd name="connsiteY48" fmla="*/ 171450 h 904875"/>
              <a:gd name="connsiteX49" fmla="*/ 4763960 w 12192000"/>
              <a:gd name="connsiteY49" fmla="*/ 34740 h 904875"/>
              <a:gd name="connsiteX50" fmla="*/ 4770974 w 12192000"/>
              <a:gd name="connsiteY50" fmla="*/ 0 h 904875"/>
              <a:gd name="connsiteX51" fmla="*/ 4792126 w 12192000"/>
              <a:gd name="connsiteY51" fmla="*/ 0 h 904875"/>
              <a:gd name="connsiteX52" fmla="*/ 4799139 w 12192000"/>
              <a:gd name="connsiteY52" fmla="*/ 34740 h 904875"/>
              <a:gd name="connsiteX53" fmla="*/ 5005388 w 12192000"/>
              <a:gd name="connsiteY53" fmla="*/ 171450 h 904875"/>
              <a:gd name="connsiteX54" fmla="*/ 5211637 w 12192000"/>
              <a:gd name="connsiteY54" fmla="*/ 34740 h 904875"/>
              <a:gd name="connsiteX55" fmla="*/ 5218649 w 12192000"/>
              <a:gd name="connsiteY55" fmla="*/ 0 h 904875"/>
              <a:gd name="connsiteX56" fmla="*/ 5233451 w 12192000"/>
              <a:gd name="connsiteY56" fmla="*/ 0 h 904875"/>
              <a:gd name="connsiteX57" fmla="*/ 5240466 w 12192000"/>
              <a:gd name="connsiteY57" fmla="*/ 34740 h 904875"/>
              <a:gd name="connsiteX58" fmla="*/ 5446713 w 12192000"/>
              <a:gd name="connsiteY58" fmla="*/ 171450 h 904875"/>
              <a:gd name="connsiteX59" fmla="*/ 5652960 w 12192000"/>
              <a:gd name="connsiteY59" fmla="*/ 34740 h 904875"/>
              <a:gd name="connsiteX60" fmla="*/ 5659974 w 12192000"/>
              <a:gd name="connsiteY60" fmla="*/ 0 h 904875"/>
              <a:gd name="connsiteX61" fmla="*/ 5674776 w 12192000"/>
              <a:gd name="connsiteY61" fmla="*/ 0 h 904875"/>
              <a:gd name="connsiteX62" fmla="*/ 5681790 w 12192000"/>
              <a:gd name="connsiteY62" fmla="*/ 34740 h 904875"/>
              <a:gd name="connsiteX63" fmla="*/ 5888037 w 12192000"/>
              <a:gd name="connsiteY63" fmla="*/ 171450 h 904875"/>
              <a:gd name="connsiteX64" fmla="*/ 6094285 w 12192000"/>
              <a:gd name="connsiteY64" fmla="*/ 34740 h 904875"/>
              <a:gd name="connsiteX65" fmla="*/ 6101299 w 12192000"/>
              <a:gd name="connsiteY65" fmla="*/ 0 h 904875"/>
              <a:gd name="connsiteX66" fmla="*/ 6116101 w 12192000"/>
              <a:gd name="connsiteY66" fmla="*/ 0 h 904875"/>
              <a:gd name="connsiteX67" fmla="*/ 6123114 w 12192000"/>
              <a:gd name="connsiteY67" fmla="*/ 34740 h 904875"/>
              <a:gd name="connsiteX68" fmla="*/ 6329362 w 12192000"/>
              <a:gd name="connsiteY68" fmla="*/ 171450 h 904875"/>
              <a:gd name="connsiteX69" fmla="*/ 6535610 w 12192000"/>
              <a:gd name="connsiteY69" fmla="*/ 34740 h 904875"/>
              <a:gd name="connsiteX70" fmla="*/ 6542624 w 12192000"/>
              <a:gd name="connsiteY70" fmla="*/ 0 h 904875"/>
              <a:gd name="connsiteX71" fmla="*/ 6582826 w 12192000"/>
              <a:gd name="connsiteY71" fmla="*/ 0 h 904875"/>
              <a:gd name="connsiteX72" fmla="*/ 6589840 w 12192000"/>
              <a:gd name="connsiteY72" fmla="*/ 34740 h 904875"/>
              <a:gd name="connsiteX73" fmla="*/ 6796087 w 12192000"/>
              <a:gd name="connsiteY73" fmla="*/ 171450 h 904875"/>
              <a:gd name="connsiteX74" fmla="*/ 7002335 w 12192000"/>
              <a:gd name="connsiteY74" fmla="*/ 34740 h 904875"/>
              <a:gd name="connsiteX75" fmla="*/ 7009348 w 12192000"/>
              <a:gd name="connsiteY75" fmla="*/ 0 h 904875"/>
              <a:gd name="connsiteX76" fmla="*/ 7024150 w 12192000"/>
              <a:gd name="connsiteY76" fmla="*/ 0 h 904875"/>
              <a:gd name="connsiteX77" fmla="*/ 7031164 w 12192000"/>
              <a:gd name="connsiteY77" fmla="*/ 34740 h 904875"/>
              <a:gd name="connsiteX78" fmla="*/ 7237412 w 12192000"/>
              <a:gd name="connsiteY78" fmla="*/ 171450 h 904875"/>
              <a:gd name="connsiteX79" fmla="*/ 7443660 w 12192000"/>
              <a:gd name="connsiteY79" fmla="*/ 34740 h 904875"/>
              <a:gd name="connsiteX80" fmla="*/ 7450673 w 12192000"/>
              <a:gd name="connsiteY80" fmla="*/ 0 h 904875"/>
              <a:gd name="connsiteX81" fmla="*/ 7465475 w 12192000"/>
              <a:gd name="connsiteY81" fmla="*/ 0 h 904875"/>
              <a:gd name="connsiteX82" fmla="*/ 7472489 w 12192000"/>
              <a:gd name="connsiteY82" fmla="*/ 34740 h 904875"/>
              <a:gd name="connsiteX83" fmla="*/ 7678737 w 12192000"/>
              <a:gd name="connsiteY83" fmla="*/ 171450 h 904875"/>
              <a:gd name="connsiteX84" fmla="*/ 7884985 w 12192000"/>
              <a:gd name="connsiteY84" fmla="*/ 34740 h 904875"/>
              <a:gd name="connsiteX85" fmla="*/ 7891999 w 12192000"/>
              <a:gd name="connsiteY85" fmla="*/ 0 h 904875"/>
              <a:gd name="connsiteX86" fmla="*/ 7906801 w 12192000"/>
              <a:gd name="connsiteY86" fmla="*/ 0 h 904875"/>
              <a:gd name="connsiteX87" fmla="*/ 7913814 w 12192000"/>
              <a:gd name="connsiteY87" fmla="*/ 34740 h 904875"/>
              <a:gd name="connsiteX88" fmla="*/ 8120062 w 12192000"/>
              <a:gd name="connsiteY88" fmla="*/ 171450 h 904875"/>
              <a:gd name="connsiteX89" fmla="*/ 8326310 w 12192000"/>
              <a:gd name="connsiteY89" fmla="*/ 34740 h 904875"/>
              <a:gd name="connsiteX90" fmla="*/ 8333324 w 12192000"/>
              <a:gd name="connsiteY90" fmla="*/ 0 h 904875"/>
              <a:gd name="connsiteX91" fmla="*/ 8354476 w 12192000"/>
              <a:gd name="connsiteY91" fmla="*/ 0 h 904875"/>
              <a:gd name="connsiteX92" fmla="*/ 8361489 w 12192000"/>
              <a:gd name="connsiteY92" fmla="*/ 34740 h 904875"/>
              <a:gd name="connsiteX93" fmla="*/ 8567737 w 12192000"/>
              <a:gd name="connsiteY93" fmla="*/ 171450 h 904875"/>
              <a:gd name="connsiteX94" fmla="*/ 8773985 w 12192000"/>
              <a:gd name="connsiteY94" fmla="*/ 34740 h 904875"/>
              <a:gd name="connsiteX95" fmla="*/ 8780998 w 12192000"/>
              <a:gd name="connsiteY95" fmla="*/ 0 h 904875"/>
              <a:gd name="connsiteX96" fmla="*/ 8795800 w 12192000"/>
              <a:gd name="connsiteY96" fmla="*/ 0 h 904875"/>
              <a:gd name="connsiteX97" fmla="*/ 8802814 w 12192000"/>
              <a:gd name="connsiteY97" fmla="*/ 34740 h 904875"/>
              <a:gd name="connsiteX98" fmla="*/ 9009062 w 12192000"/>
              <a:gd name="connsiteY98" fmla="*/ 171450 h 904875"/>
              <a:gd name="connsiteX99" fmla="*/ 9215310 w 12192000"/>
              <a:gd name="connsiteY99" fmla="*/ 34740 h 904875"/>
              <a:gd name="connsiteX100" fmla="*/ 9222323 w 12192000"/>
              <a:gd name="connsiteY100" fmla="*/ 0 h 904875"/>
              <a:gd name="connsiteX101" fmla="*/ 9237125 w 12192000"/>
              <a:gd name="connsiteY101" fmla="*/ 0 h 904875"/>
              <a:gd name="connsiteX102" fmla="*/ 9244139 w 12192000"/>
              <a:gd name="connsiteY102" fmla="*/ 34740 h 904875"/>
              <a:gd name="connsiteX103" fmla="*/ 9450387 w 12192000"/>
              <a:gd name="connsiteY103" fmla="*/ 171450 h 904875"/>
              <a:gd name="connsiteX104" fmla="*/ 9656635 w 12192000"/>
              <a:gd name="connsiteY104" fmla="*/ 34740 h 904875"/>
              <a:gd name="connsiteX105" fmla="*/ 9663649 w 12192000"/>
              <a:gd name="connsiteY105" fmla="*/ 0 h 904875"/>
              <a:gd name="connsiteX106" fmla="*/ 9678451 w 12192000"/>
              <a:gd name="connsiteY106" fmla="*/ 0 h 904875"/>
              <a:gd name="connsiteX107" fmla="*/ 9685464 w 12192000"/>
              <a:gd name="connsiteY107" fmla="*/ 34740 h 904875"/>
              <a:gd name="connsiteX108" fmla="*/ 9891712 w 12192000"/>
              <a:gd name="connsiteY108" fmla="*/ 171450 h 904875"/>
              <a:gd name="connsiteX109" fmla="*/ 10097960 w 12192000"/>
              <a:gd name="connsiteY109" fmla="*/ 34740 h 904875"/>
              <a:gd name="connsiteX110" fmla="*/ 10104973 w 12192000"/>
              <a:gd name="connsiteY110" fmla="*/ 0 h 904875"/>
              <a:gd name="connsiteX111" fmla="*/ 10116601 w 12192000"/>
              <a:gd name="connsiteY111" fmla="*/ 0 h 904875"/>
              <a:gd name="connsiteX112" fmla="*/ 10123615 w 12192000"/>
              <a:gd name="connsiteY112" fmla="*/ 34740 h 904875"/>
              <a:gd name="connsiteX113" fmla="*/ 10329862 w 12192000"/>
              <a:gd name="connsiteY113" fmla="*/ 171450 h 904875"/>
              <a:gd name="connsiteX114" fmla="*/ 10536110 w 12192000"/>
              <a:gd name="connsiteY114" fmla="*/ 34740 h 904875"/>
              <a:gd name="connsiteX115" fmla="*/ 10543123 w 12192000"/>
              <a:gd name="connsiteY115" fmla="*/ 0 h 904875"/>
              <a:gd name="connsiteX116" fmla="*/ 10557925 w 12192000"/>
              <a:gd name="connsiteY116" fmla="*/ 0 h 904875"/>
              <a:gd name="connsiteX117" fmla="*/ 10564939 w 12192000"/>
              <a:gd name="connsiteY117" fmla="*/ 34740 h 904875"/>
              <a:gd name="connsiteX118" fmla="*/ 10771187 w 12192000"/>
              <a:gd name="connsiteY118" fmla="*/ 171450 h 904875"/>
              <a:gd name="connsiteX119" fmla="*/ 10977435 w 12192000"/>
              <a:gd name="connsiteY119" fmla="*/ 34740 h 904875"/>
              <a:gd name="connsiteX120" fmla="*/ 10984448 w 12192000"/>
              <a:gd name="connsiteY120" fmla="*/ 0 h 904875"/>
              <a:gd name="connsiteX121" fmla="*/ 10999250 w 12192000"/>
              <a:gd name="connsiteY121" fmla="*/ 0 h 904875"/>
              <a:gd name="connsiteX122" fmla="*/ 11006264 w 12192000"/>
              <a:gd name="connsiteY122" fmla="*/ 34740 h 904875"/>
              <a:gd name="connsiteX123" fmla="*/ 11212512 w 12192000"/>
              <a:gd name="connsiteY123" fmla="*/ 171450 h 904875"/>
              <a:gd name="connsiteX124" fmla="*/ 11418760 w 12192000"/>
              <a:gd name="connsiteY124" fmla="*/ 34740 h 904875"/>
              <a:gd name="connsiteX125" fmla="*/ 11425774 w 12192000"/>
              <a:gd name="connsiteY125" fmla="*/ 0 h 904875"/>
              <a:gd name="connsiteX126" fmla="*/ 11440576 w 12192000"/>
              <a:gd name="connsiteY126" fmla="*/ 0 h 904875"/>
              <a:gd name="connsiteX127" fmla="*/ 11447589 w 12192000"/>
              <a:gd name="connsiteY127" fmla="*/ 34740 h 904875"/>
              <a:gd name="connsiteX128" fmla="*/ 11653837 w 12192000"/>
              <a:gd name="connsiteY128" fmla="*/ 171450 h 904875"/>
              <a:gd name="connsiteX129" fmla="*/ 11860085 w 12192000"/>
              <a:gd name="connsiteY129" fmla="*/ 34740 h 904875"/>
              <a:gd name="connsiteX130" fmla="*/ 11867099 w 12192000"/>
              <a:gd name="connsiteY130" fmla="*/ 0 h 904875"/>
              <a:gd name="connsiteX131" fmla="*/ 11888251 w 12192000"/>
              <a:gd name="connsiteY131" fmla="*/ 0 h 904875"/>
              <a:gd name="connsiteX132" fmla="*/ 11895264 w 12192000"/>
              <a:gd name="connsiteY132" fmla="*/ 34740 h 904875"/>
              <a:gd name="connsiteX133" fmla="*/ 12101512 w 12192000"/>
              <a:gd name="connsiteY133" fmla="*/ 171450 h 904875"/>
              <a:gd name="connsiteX134" fmla="*/ 12168074 w 12192000"/>
              <a:gd name="connsiteY134" fmla="*/ 161387 h 904875"/>
              <a:gd name="connsiteX135" fmla="*/ 12192000 w 12192000"/>
              <a:gd name="connsiteY135" fmla="*/ 149885 h 904875"/>
              <a:gd name="connsiteX136" fmla="*/ 12192000 w 12192000"/>
              <a:gd name="connsiteY136" fmla="*/ 904875 h 904875"/>
              <a:gd name="connsiteX137" fmla="*/ 0 w 12192000"/>
              <a:gd name="connsiteY137" fmla="*/ 904875 h 904875"/>
              <a:gd name="connsiteX138" fmla="*/ 0 w 12192000"/>
              <a:gd name="connsiteY138" fmla="*/ 118560 h 904875"/>
              <a:gd name="connsiteX139" fmla="*/ 16137 w 12192000"/>
              <a:gd name="connsiteY139" fmla="*/ 133222 h 904875"/>
              <a:gd name="connsiteX140" fmla="*/ 141287 w 12192000"/>
              <a:gd name="connsiteY140" fmla="*/ 171450 h 904875"/>
              <a:gd name="connsiteX141" fmla="*/ 347535 w 12192000"/>
              <a:gd name="connsiteY141" fmla="*/ 34740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2000" h="904875">
                <a:moveTo>
                  <a:pt x="354549" y="0"/>
                </a:moveTo>
                <a:lnTo>
                  <a:pt x="369351" y="0"/>
                </a:lnTo>
                <a:lnTo>
                  <a:pt x="376364" y="34740"/>
                </a:lnTo>
                <a:cubicBezTo>
                  <a:pt x="410345" y="115079"/>
                  <a:pt x="489895" y="171450"/>
                  <a:pt x="582612" y="171450"/>
                </a:cubicBezTo>
                <a:cubicBezTo>
                  <a:pt x="675328" y="171450"/>
                  <a:pt x="754879" y="115079"/>
                  <a:pt x="788860" y="34740"/>
                </a:cubicBezTo>
                <a:lnTo>
                  <a:pt x="795874" y="0"/>
                </a:lnTo>
                <a:lnTo>
                  <a:pt x="810676" y="0"/>
                </a:lnTo>
                <a:lnTo>
                  <a:pt x="817689" y="34740"/>
                </a:lnTo>
                <a:cubicBezTo>
                  <a:pt x="851670" y="115079"/>
                  <a:pt x="931221" y="171450"/>
                  <a:pt x="1023937" y="171450"/>
                </a:cubicBezTo>
                <a:cubicBezTo>
                  <a:pt x="1116653" y="171450"/>
                  <a:pt x="1196204" y="115079"/>
                  <a:pt x="1230185" y="34740"/>
                </a:cubicBezTo>
                <a:lnTo>
                  <a:pt x="1237199" y="0"/>
                </a:lnTo>
                <a:lnTo>
                  <a:pt x="1258351" y="0"/>
                </a:lnTo>
                <a:lnTo>
                  <a:pt x="1265364" y="34740"/>
                </a:lnTo>
                <a:cubicBezTo>
                  <a:pt x="1299345" y="115079"/>
                  <a:pt x="1378896" y="171450"/>
                  <a:pt x="1471612" y="171450"/>
                </a:cubicBezTo>
                <a:cubicBezTo>
                  <a:pt x="1564328" y="171450"/>
                  <a:pt x="1643879" y="115079"/>
                  <a:pt x="1677860" y="34740"/>
                </a:cubicBezTo>
                <a:lnTo>
                  <a:pt x="1684874" y="0"/>
                </a:lnTo>
                <a:lnTo>
                  <a:pt x="1699676" y="0"/>
                </a:lnTo>
                <a:lnTo>
                  <a:pt x="1706689" y="34740"/>
                </a:lnTo>
                <a:cubicBezTo>
                  <a:pt x="1740670" y="115079"/>
                  <a:pt x="1820220" y="171450"/>
                  <a:pt x="1912937" y="171450"/>
                </a:cubicBezTo>
                <a:cubicBezTo>
                  <a:pt x="2005654" y="171450"/>
                  <a:pt x="2085204" y="115079"/>
                  <a:pt x="2119185" y="34740"/>
                </a:cubicBezTo>
                <a:lnTo>
                  <a:pt x="2126199" y="0"/>
                </a:lnTo>
                <a:lnTo>
                  <a:pt x="2141001" y="0"/>
                </a:lnTo>
                <a:lnTo>
                  <a:pt x="2148014" y="34740"/>
                </a:lnTo>
                <a:cubicBezTo>
                  <a:pt x="2181995" y="115079"/>
                  <a:pt x="2261545" y="171450"/>
                  <a:pt x="2354262" y="171450"/>
                </a:cubicBezTo>
                <a:cubicBezTo>
                  <a:pt x="2446978" y="171450"/>
                  <a:pt x="2526529" y="115079"/>
                  <a:pt x="2560510" y="34740"/>
                </a:cubicBezTo>
                <a:lnTo>
                  <a:pt x="2567524" y="0"/>
                </a:lnTo>
                <a:lnTo>
                  <a:pt x="2582326" y="0"/>
                </a:lnTo>
                <a:lnTo>
                  <a:pt x="2589339" y="34740"/>
                </a:lnTo>
                <a:cubicBezTo>
                  <a:pt x="2623320" y="115079"/>
                  <a:pt x="2702871" y="171450"/>
                  <a:pt x="2795587" y="171450"/>
                </a:cubicBezTo>
                <a:cubicBezTo>
                  <a:pt x="2888303" y="171450"/>
                  <a:pt x="2967854" y="115079"/>
                  <a:pt x="3001835" y="34740"/>
                </a:cubicBezTo>
                <a:lnTo>
                  <a:pt x="3008849" y="0"/>
                </a:lnTo>
                <a:lnTo>
                  <a:pt x="3020476" y="0"/>
                </a:lnTo>
                <a:lnTo>
                  <a:pt x="3027490" y="34740"/>
                </a:lnTo>
                <a:cubicBezTo>
                  <a:pt x="3061470" y="115079"/>
                  <a:pt x="3141021" y="171450"/>
                  <a:pt x="3233737" y="171450"/>
                </a:cubicBezTo>
                <a:cubicBezTo>
                  <a:pt x="3326453" y="171450"/>
                  <a:pt x="3406004" y="115079"/>
                  <a:pt x="3439985" y="34740"/>
                </a:cubicBezTo>
                <a:lnTo>
                  <a:pt x="3446999" y="0"/>
                </a:lnTo>
                <a:lnTo>
                  <a:pt x="3461800" y="0"/>
                </a:lnTo>
                <a:lnTo>
                  <a:pt x="3468814" y="34740"/>
                </a:lnTo>
                <a:cubicBezTo>
                  <a:pt x="3502795" y="115079"/>
                  <a:pt x="3582345" y="171450"/>
                  <a:pt x="3675062" y="171450"/>
                </a:cubicBezTo>
                <a:cubicBezTo>
                  <a:pt x="3767779" y="171450"/>
                  <a:pt x="3847329" y="115079"/>
                  <a:pt x="3881310" y="34740"/>
                </a:cubicBezTo>
                <a:lnTo>
                  <a:pt x="3888324" y="0"/>
                </a:lnTo>
                <a:lnTo>
                  <a:pt x="3903126" y="0"/>
                </a:lnTo>
                <a:lnTo>
                  <a:pt x="3910139" y="34740"/>
                </a:lnTo>
                <a:cubicBezTo>
                  <a:pt x="3944120" y="115079"/>
                  <a:pt x="4023670" y="171450"/>
                  <a:pt x="4116387" y="171450"/>
                </a:cubicBezTo>
                <a:cubicBezTo>
                  <a:pt x="4209104" y="171450"/>
                  <a:pt x="4288655" y="115079"/>
                  <a:pt x="4322636" y="34740"/>
                </a:cubicBezTo>
                <a:lnTo>
                  <a:pt x="4329649" y="0"/>
                </a:lnTo>
                <a:lnTo>
                  <a:pt x="4344451" y="0"/>
                </a:lnTo>
                <a:lnTo>
                  <a:pt x="4351465" y="34740"/>
                </a:lnTo>
                <a:cubicBezTo>
                  <a:pt x="4385446" y="115079"/>
                  <a:pt x="4464997" y="171450"/>
                  <a:pt x="4557713" y="171450"/>
                </a:cubicBezTo>
                <a:cubicBezTo>
                  <a:pt x="4650429" y="171450"/>
                  <a:pt x="4729979" y="115079"/>
                  <a:pt x="4763960" y="34740"/>
                </a:cubicBezTo>
                <a:lnTo>
                  <a:pt x="4770974" y="0"/>
                </a:lnTo>
                <a:lnTo>
                  <a:pt x="4792126" y="0"/>
                </a:lnTo>
                <a:lnTo>
                  <a:pt x="4799139" y="34740"/>
                </a:lnTo>
                <a:cubicBezTo>
                  <a:pt x="4833121" y="115079"/>
                  <a:pt x="4912671" y="171450"/>
                  <a:pt x="5005388" y="171450"/>
                </a:cubicBezTo>
                <a:cubicBezTo>
                  <a:pt x="5098104" y="171450"/>
                  <a:pt x="5177655" y="115079"/>
                  <a:pt x="5211637" y="34740"/>
                </a:cubicBezTo>
                <a:lnTo>
                  <a:pt x="5218649" y="0"/>
                </a:lnTo>
                <a:lnTo>
                  <a:pt x="5233451" y="0"/>
                </a:lnTo>
                <a:lnTo>
                  <a:pt x="5240466" y="34740"/>
                </a:lnTo>
                <a:cubicBezTo>
                  <a:pt x="5274447" y="115079"/>
                  <a:pt x="5353996" y="171450"/>
                  <a:pt x="5446713" y="171450"/>
                </a:cubicBezTo>
                <a:cubicBezTo>
                  <a:pt x="5539430" y="171450"/>
                  <a:pt x="5618979" y="115079"/>
                  <a:pt x="5652960" y="34740"/>
                </a:cubicBezTo>
                <a:lnTo>
                  <a:pt x="5659974" y="0"/>
                </a:lnTo>
                <a:lnTo>
                  <a:pt x="5674776" y="0"/>
                </a:lnTo>
                <a:lnTo>
                  <a:pt x="5681790" y="34740"/>
                </a:lnTo>
                <a:cubicBezTo>
                  <a:pt x="5715771" y="115079"/>
                  <a:pt x="5795320" y="171450"/>
                  <a:pt x="5888037" y="171450"/>
                </a:cubicBezTo>
                <a:cubicBezTo>
                  <a:pt x="5980753" y="171450"/>
                  <a:pt x="6060304" y="115079"/>
                  <a:pt x="6094285" y="34740"/>
                </a:cubicBezTo>
                <a:lnTo>
                  <a:pt x="6101299" y="0"/>
                </a:lnTo>
                <a:lnTo>
                  <a:pt x="6116101" y="0"/>
                </a:lnTo>
                <a:lnTo>
                  <a:pt x="6123114" y="34740"/>
                </a:lnTo>
                <a:cubicBezTo>
                  <a:pt x="6157095" y="115079"/>
                  <a:pt x="6236646" y="171450"/>
                  <a:pt x="6329362" y="171450"/>
                </a:cubicBezTo>
                <a:cubicBezTo>
                  <a:pt x="6422079" y="171450"/>
                  <a:pt x="6501630" y="115079"/>
                  <a:pt x="6535610" y="34740"/>
                </a:cubicBezTo>
                <a:lnTo>
                  <a:pt x="6542624" y="0"/>
                </a:lnTo>
                <a:lnTo>
                  <a:pt x="6582826" y="0"/>
                </a:lnTo>
                <a:lnTo>
                  <a:pt x="6589840" y="34740"/>
                </a:lnTo>
                <a:cubicBezTo>
                  <a:pt x="6623820" y="115079"/>
                  <a:pt x="6703371" y="171450"/>
                  <a:pt x="6796087" y="171450"/>
                </a:cubicBezTo>
                <a:cubicBezTo>
                  <a:pt x="6888803" y="171450"/>
                  <a:pt x="6968354" y="115079"/>
                  <a:pt x="7002335" y="34740"/>
                </a:cubicBezTo>
                <a:lnTo>
                  <a:pt x="7009348" y="0"/>
                </a:lnTo>
                <a:lnTo>
                  <a:pt x="7024150" y="0"/>
                </a:lnTo>
                <a:lnTo>
                  <a:pt x="7031164" y="34740"/>
                </a:lnTo>
                <a:cubicBezTo>
                  <a:pt x="7065145" y="115079"/>
                  <a:pt x="7144695" y="171450"/>
                  <a:pt x="7237412" y="171450"/>
                </a:cubicBezTo>
                <a:cubicBezTo>
                  <a:pt x="7330129" y="171450"/>
                  <a:pt x="7409679" y="115079"/>
                  <a:pt x="7443660" y="34740"/>
                </a:cubicBezTo>
                <a:lnTo>
                  <a:pt x="7450673" y="0"/>
                </a:lnTo>
                <a:lnTo>
                  <a:pt x="7465475" y="0"/>
                </a:lnTo>
                <a:lnTo>
                  <a:pt x="7472489" y="34740"/>
                </a:lnTo>
                <a:cubicBezTo>
                  <a:pt x="7506470" y="115079"/>
                  <a:pt x="7586020" y="171450"/>
                  <a:pt x="7678737" y="171450"/>
                </a:cubicBezTo>
                <a:cubicBezTo>
                  <a:pt x="7771453" y="171450"/>
                  <a:pt x="7851004" y="115079"/>
                  <a:pt x="7884985" y="34740"/>
                </a:cubicBezTo>
                <a:lnTo>
                  <a:pt x="7891999" y="0"/>
                </a:lnTo>
                <a:lnTo>
                  <a:pt x="7906801" y="0"/>
                </a:lnTo>
                <a:lnTo>
                  <a:pt x="7913814" y="34740"/>
                </a:lnTo>
                <a:cubicBezTo>
                  <a:pt x="7947795" y="115079"/>
                  <a:pt x="8027346" y="171450"/>
                  <a:pt x="8120062" y="171450"/>
                </a:cubicBezTo>
                <a:cubicBezTo>
                  <a:pt x="8212778" y="171450"/>
                  <a:pt x="8292329" y="115079"/>
                  <a:pt x="8326310" y="34740"/>
                </a:cubicBezTo>
                <a:lnTo>
                  <a:pt x="8333324" y="0"/>
                </a:lnTo>
                <a:lnTo>
                  <a:pt x="8354476" y="0"/>
                </a:lnTo>
                <a:lnTo>
                  <a:pt x="8361489" y="34740"/>
                </a:lnTo>
                <a:cubicBezTo>
                  <a:pt x="8395470" y="115079"/>
                  <a:pt x="8475021" y="171450"/>
                  <a:pt x="8567737" y="171450"/>
                </a:cubicBezTo>
                <a:cubicBezTo>
                  <a:pt x="8660453" y="171450"/>
                  <a:pt x="8740004" y="115079"/>
                  <a:pt x="8773985" y="34740"/>
                </a:cubicBezTo>
                <a:lnTo>
                  <a:pt x="8780998" y="0"/>
                </a:lnTo>
                <a:lnTo>
                  <a:pt x="8795800" y="0"/>
                </a:lnTo>
                <a:lnTo>
                  <a:pt x="8802814" y="34740"/>
                </a:lnTo>
                <a:cubicBezTo>
                  <a:pt x="8836795" y="115079"/>
                  <a:pt x="8916345" y="171450"/>
                  <a:pt x="9009062" y="171450"/>
                </a:cubicBezTo>
                <a:cubicBezTo>
                  <a:pt x="9101779" y="171450"/>
                  <a:pt x="9181329" y="115079"/>
                  <a:pt x="9215310" y="34740"/>
                </a:cubicBezTo>
                <a:lnTo>
                  <a:pt x="9222323" y="0"/>
                </a:lnTo>
                <a:lnTo>
                  <a:pt x="9237125" y="0"/>
                </a:lnTo>
                <a:lnTo>
                  <a:pt x="9244139" y="34740"/>
                </a:lnTo>
                <a:cubicBezTo>
                  <a:pt x="9278120" y="115079"/>
                  <a:pt x="9357670" y="171450"/>
                  <a:pt x="9450387" y="171450"/>
                </a:cubicBezTo>
                <a:cubicBezTo>
                  <a:pt x="9543103" y="171450"/>
                  <a:pt x="9622654" y="115079"/>
                  <a:pt x="9656635" y="34740"/>
                </a:cubicBezTo>
                <a:lnTo>
                  <a:pt x="9663649" y="0"/>
                </a:lnTo>
                <a:lnTo>
                  <a:pt x="9678451" y="0"/>
                </a:lnTo>
                <a:lnTo>
                  <a:pt x="9685464" y="34740"/>
                </a:lnTo>
                <a:cubicBezTo>
                  <a:pt x="9719445" y="115079"/>
                  <a:pt x="9798996" y="171450"/>
                  <a:pt x="9891712" y="171450"/>
                </a:cubicBezTo>
                <a:cubicBezTo>
                  <a:pt x="9984428" y="171450"/>
                  <a:pt x="10063979" y="115079"/>
                  <a:pt x="10097960" y="34740"/>
                </a:cubicBezTo>
                <a:lnTo>
                  <a:pt x="10104973" y="0"/>
                </a:lnTo>
                <a:lnTo>
                  <a:pt x="10116601" y="0"/>
                </a:lnTo>
                <a:lnTo>
                  <a:pt x="10123615" y="34740"/>
                </a:lnTo>
                <a:cubicBezTo>
                  <a:pt x="10157595" y="115079"/>
                  <a:pt x="10237146" y="171450"/>
                  <a:pt x="10329862" y="171450"/>
                </a:cubicBezTo>
                <a:cubicBezTo>
                  <a:pt x="10422578" y="171450"/>
                  <a:pt x="10502129" y="115079"/>
                  <a:pt x="10536110" y="34740"/>
                </a:cubicBezTo>
                <a:lnTo>
                  <a:pt x="10543123" y="0"/>
                </a:lnTo>
                <a:lnTo>
                  <a:pt x="10557925" y="0"/>
                </a:lnTo>
                <a:lnTo>
                  <a:pt x="10564939" y="34740"/>
                </a:lnTo>
                <a:cubicBezTo>
                  <a:pt x="10598920" y="115079"/>
                  <a:pt x="10678470" y="171450"/>
                  <a:pt x="10771187" y="171450"/>
                </a:cubicBezTo>
                <a:cubicBezTo>
                  <a:pt x="10863904" y="171450"/>
                  <a:pt x="10943454" y="115079"/>
                  <a:pt x="10977435" y="34740"/>
                </a:cubicBezTo>
                <a:lnTo>
                  <a:pt x="10984448" y="0"/>
                </a:lnTo>
                <a:lnTo>
                  <a:pt x="10999250" y="0"/>
                </a:lnTo>
                <a:lnTo>
                  <a:pt x="11006264" y="34740"/>
                </a:lnTo>
                <a:cubicBezTo>
                  <a:pt x="11040245" y="115079"/>
                  <a:pt x="11119795" y="171450"/>
                  <a:pt x="11212512" y="171450"/>
                </a:cubicBezTo>
                <a:cubicBezTo>
                  <a:pt x="11305228" y="171450"/>
                  <a:pt x="11384779" y="115079"/>
                  <a:pt x="11418760" y="34740"/>
                </a:cubicBezTo>
                <a:lnTo>
                  <a:pt x="11425774" y="0"/>
                </a:lnTo>
                <a:lnTo>
                  <a:pt x="11440576" y="0"/>
                </a:lnTo>
                <a:lnTo>
                  <a:pt x="11447589" y="34740"/>
                </a:lnTo>
                <a:cubicBezTo>
                  <a:pt x="11481570" y="115079"/>
                  <a:pt x="11561121" y="171450"/>
                  <a:pt x="11653837" y="171450"/>
                </a:cubicBezTo>
                <a:cubicBezTo>
                  <a:pt x="11746553" y="171450"/>
                  <a:pt x="11826104" y="115079"/>
                  <a:pt x="11860085" y="34740"/>
                </a:cubicBezTo>
                <a:lnTo>
                  <a:pt x="11867099" y="0"/>
                </a:lnTo>
                <a:lnTo>
                  <a:pt x="11888251" y="0"/>
                </a:lnTo>
                <a:lnTo>
                  <a:pt x="11895264" y="34740"/>
                </a:lnTo>
                <a:cubicBezTo>
                  <a:pt x="11929245" y="115079"/>
                  <a:pt x="12008796" y="171450"/>
                  <a:pt x="12101512" y="171450"/>
                </a:cubicBezTo>
                <a:cubicBezTo>
                  <a:pt x="12124691" y="171450"/>
                  <a:pt x="12147047" y="167927"/>
                  <a:pt x="12168074" y="161387"/>
                </a:cubicBezTo>
                <a:lnTo>
                  <a:pt x="12192000" y="149885"/>
                </a:lnTo>
                <a:lnTo>
                  <a:pt x="12192000" y="904875"/>
                </a:lnTo>
                <a:lnTo>
                  <a:pt x="0" y="904875"/>
                </a:lnTo>
                <a:lnTo>
                  <a:pt x="0" y="118560"/>
                </a:lnTo>
                <a:lnTo>
                  <a:pt x="16137" y="133222"/>
                </a:lnTo>
                <a:cubicBezTo>
                  <a:pt x="51862" y="157358"/>
                  <a:pt x="94929" y="171450"/>
                  <a:pt x="141287" y="171450"/>
                </a:cubicBezTo>
                <a:cubicBezTo>
                  <a:pt x="234004" y="171450"/>
                  <a:pt x="313554" y="115079"/>
                  <a:pt x="347535" y="34740"/>
                </a:cubicBezTo>
                <a:close/>
              </a:path>
            </a:pathLst>
          </a:cu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0547764" y="211359"/>
            <a:ext cx="1284558" cy="1284558"/>
            <a:chOff x="2132930" y="1035327"/>
            <a:chExt cx="1307248" cy="1307248"/>
          </a:xfrm>
        </p:grpSpPr>
        <p:grpSp>
          <p:nvGrpSpPr>
            <p:cNvPr id="30" name="组合 29"/>
            <p:cNvGrpSpPr/>
            <p:nvPr/>
          </p:nvGrpSpPr>
          <p:grpSpPr>
            <a:xfrm rot="20755360">
              <a:off x="2132930" y="1035327"/>
              <a:ext cx="1307248" cy="1307248"/>
              <a:chOff x="5153025" y="4019551"/>
              <a:chExt cx="1866899" cy="1866899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5566468" y="4396051"/>
                <a:ext cx="1047657" cy="1047657"/>
              </a:xfrm>
              <a:prstGeom prst="ellipse">
                <a:avLst/>
              </a:prstGeom>
              <a:solidFill>
                <a:srgbClr val="FFC000"/>
              </a:solidFill>
              <a:ln w="22225">
                <a:solidFill>
                  <a:srgbClr val="FFC000"/>
                </a:solidFill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组合 33"/>
              <p:cNvGrpSpPr/>
              <p:nvPr/>
            </p:nvGrpSpPr>
            <p:grpSpPr>
              <a:xfrm rot="162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组合 34"/>
              <p:cNvGrpSpPr/>
              <p:nvPr/>
            </p:nvGrpSpPr>
            <p:grpSpPr>
              <a:xfrm rot="2700000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 rot="18900000" flipH="1">
                <a:off x="6050915" y="4019551"/>
                <a:ext cx="71120" cy="1866899"/>
                <a:chOff x="6072187" y="3914775"/>
                <a:chExt cx="0" cy="2143125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>
                  <a:off x="6072187" y="3914775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6072187" y="5810250"/>
                  <a:ext cx="0" cy="247650"/>
                </a:xfrm>
                <a:prstGeom prst="line">
                  <a:avLst/>
                </a:prstGeom>
                <a:ln w="88900" cap="rnd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弧形 30"/>
            <p:cNvSpPr/>
            <p:nvPr/>
          </p:nvSpPr>
          <p:spPr>
            <a:xfrm>
              <a:off x="2477044" y="1366932"/>
              <a:ext cx="594214" cy="594214"/>
            </a:xfrm>
            <a:prstGeom prst="arc">
              <a:avLst/>
            </a:prstGeom>
            <a:ln w="508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文本框 44"/>
          <p:cNvSpPr txBox="1"/>
          <p:nvPr>
            <p:custDataLst>
              <p:tags r:id="rId1"/>
            </p:custDataLst>
          </p:nvPr>
        </p:nvSpPr>
        <p:spPr>
          <a:xfrm>
            <a:off x="2575007" y="781238"/>
            <a:ext cx="72215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2026</a:t>
            </a: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年</a:t>
            </a:r>
            <a:r>
              <a:rPr lang="zh-CN" altLang="en-US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松江区幼儿园毕业生</a:t>
            </a: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信息排摸</a:t>
            </a:r>
            <a:endParaRPr lang="en-US" altLang="zh-CN" sz="3200" b="1" dirty="0" smtClean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问卷</a:t>
            </a:r>
            <a:r>
              <a:rPr lang="zh-CN" altLang="en-US" sz="3200" b="1" dirty="0" smtClean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星</a:t>
            </a:r>
            <a:endParaRPr lang="zh-CN" altLang="en-US" sz="320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742" y="2425786"/>
            <a:ext cx="3750078" cy="375007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流程图: 顺序访问存储器 1"/>
          <p:cNvSpPr/>
          <p:nvPr/>
        </p:nvSpPr>
        <p:spPr>
          <a:xfrm>
            <a:off x="706755" y="1906270"/>
            <a:ext cx="2868930" cy="1386205"/>
          </a:xfrm>
          <a:prstGeom prst="flowChartMagneticTap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家长手机微信扫码</a:t>
            </a:r>
            <a:endParaRPr lang="zh-CN" altLang="en-US" sz="3200"/>
          </a:p>
        </p:txBody>
      </p:sp>
      <p:sp>
        <p:nvSpPr>
          <p:cNvPr id="3" name="流程图: 顺序访问存储器 2"/>
          <p:cNvSpPr/>
          <p:nvPr/>
        </p:nvSpPr>
        <p:spPr>
          <a:xfrm>
            <a:off x="203835" y="3538855"/>
            <a:ext cx="3526790" cy="1889125"/>
          </a:xfrm>
          <a:prstGeom prst="flowChartMagneticTap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填写完成后，请家长根据班主任要求在班级群里进行接龙！</a:t>
            </a:r>
            <a:endParaRPr lang="zh-CN" altLang="en-US" sz="2000"/>
          </a:p>
        </p:txBody>
      </p: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7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8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8" presetClass="emph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20" dur="14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52400"/>
            <a:ext cx="12192000" cy="7010400"/>
          </a:xfrm>
          <a:prstGeom prst="rect">
            <a:avLst/>
          </a:prstGeom>
          <a:solidFill>
            <a:srgbClr val="19B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组合 86"/>
          <p:cNvGrpSpPr/>
          <p:nvPr/>
        </p:nvGrpSpPr>
        <p:grpSpPr>
          <a:xfrm rot="19781084">
            <a:off x="7110810" y="3657732"/>
            <a:ext cx="6400536" cy="6400536"/>
            <a:chOff x="2926928" y="1662109"/>
            <a:chExt cx="7213504" cy="7213504"/>
          </a:xfrm>
        </p:grpSpPr>
        <p:sp>
          <p:nvSpPr>
            <p:cNvPr id="88" name="弧形 87"/>
            <p:cNvSpPr/>
            <p:nvPr/>
          </p:nvSpPr>
          <p:spPr>
            <a:xfrm>
              <a:off x="3704970" y="2049511"/>
              <a:ext cx="5852160" cy="5852160"/>
            </a:xfrm>
            <a:prstGeom prst="arc">
              <a:avLst>
                <a:gd name="adj1" fmla="val 12896403"/>
                <a:gd name="adj2" fmla="val 10133"/>
              </a:avLst>
            </a:prstGeom>
            <a:ln w="25400">
              <a:solidFill>
                <a:srgbClr val="64E4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弧形 88"/>
            <p:cNvSpPr/>
            <p:nvPr/>
          </p:nvSpPr>
          <p:spPr>
            <a:xfrm>
              <a:off x="3513852" y="1955556"/>
              <a:ext cx="6197699" cy="6197699"/>
            </a:xfrm>
            <a:prstGeom prst="arc">
              <a:avLst>
                <a:gd name="adj1" fmla="val 12978761"/>
                <a:gd name="adj2" fmla="val 20767141"/>
              </a:avLst>
            </a:prstGeom>
            <a:ln w="25400">
              <a:solidFill>
                <a:srgbClr val="AEE34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弧形 89"/>
            <p:cNvSpPr/>
            <p:nvPr/>
          </p:nvSpPr>
          <p:spPr>
            <a:xfrm>
              <a:off x="3334777" y="1872224"/>
              <a:ext cx="6525946" cy="6525946"/>
            </a:xfrm>
            <a:prstGeom prst="arc">
              <a:avLst>
                <a:gd name="adj1" fmla="val 12609225"/>
                <a:gd name="adj2" fmla="val 20865703"/>
              </a:avLst>
            </a:prstGeom>
            <a:ln w="25400">
              <a:solidFill>
                <a:srgbClr val="FFE28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弧形 90"/>
            <p:cNvSpPr/>
            <p:nvPr/>
          </p:nvSpPr>
          <p:spPr>
            <a:xfrm>
              <a:off x="3169038" y="1766080"/>
              <a:ext cx="6819023" cy="6819023"/>
            </a:xfrm>
            <a:prstGeom prst="arc">
              <a:avLst>
                <a:gd name="adj1" fmla="val 12702920"/>
                <a:gd name="adj2" fmla="val 20806087"/>
              </a:avLst>
            </a:prstGeom>
            <a:ln w="25400">
              <a:solidFill>
                <a:srgbClr val="FECFA8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弧形 91"/>
            <p:cNvSpPr/>
            <p:nvPr/>
          </p:nvSpPr>
          <p:spPr>
            <a:xfrm>
              <a:off x="2926928" y="1662109"/>
              <a:ext cx="7213504" cy="7213504"/>
            </a:xfrm>
            <a:prstGeom prst="arc">
              <a:avLst>
                <a:gd name="adj1" fmla="val 12760739"/>
                <a:gd name="adj2" fmla="val 20631879"/>
              </a:avLst>
            </a:prstGeom>
            <a:ln w="25400">
              <a:solidFill>
                <a:srgbClr val="FFB7C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7" t="42269" r="25874" b="19399"/>
          <a:stretch>
            <a:fillRect/>
          </a:stretch>
        </p:blipFill>
        <p:spPr>
          <a:xfrm>
            <a:off x="8557845" y="2491528"/>
            <a:ext cx="2813538" cy="11074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" t="59567" r="183"/>
          <a:stretch>
            <a:fillRect/>
          </a:stretch>
        </p:blipFill>
        <p:spPr>
          <a:xfrm>
            <a:off x="1008183" y="3962400"/>
            <a:ext cx="10631551" cy="2429313"/>
          </a:xfrm>
          <a:prstGeom prst="rect">
            <a:avLst/>
          </a:prstGeom>
          <a:effectLst>
            <a:outerShdw blurRad="165100" dir="16200000" rotWithShape="0">
              <a:schemeClr val="bg1">
                <a:alpha val="90000"/>
              </a:scheme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3755365" y="2744705"/>
            <a:ext cx="572592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 smtClean="0">
                <a:solidFill>
                  <a:schemeClr val="bg1"/>
                </a:solidFill>
                <a:effectLst>
                  <a:reflection blurRad="177800" stA="60000" endA="900" endPos="58000" dist="762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4800" b="1" dirty="0">
              <a:solidFill>
                <a:schemeClr val="bg1"/>
              </a:solidFill>
              <a:effectLst>
                <a:reflection blurRad="177800" stA="60000" endA="900" endPos="58000" dist="762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" y="4537569"/>
            <a:ext cx="12191999" cy="2326243"/>
            <a:chOff x="1" y="4546271"/>
            <a:chExt cx="12191999" cy="2326243"/>
          </a:xfrm>
        </p:grpSpPr>
        <p:sp>
          <p:nvSpPr>
            <p:cNvPr id="5" name="任意多边形 4"/>
            <p:cNvSpPr/>
            <p:nvPr/>
          </p:nvSpPr>
          <p:spPr>
            <a:xfrm>
              <a:off x="1" y="4546271"/>
              <a:ext cx="12191999" cy="2311729"/>
            </a:xfrm>
            <a:custGeom>
              <a:avLst/>
              <a:gdLst>
                <a:gd name="connsiteX0" fmla="*/ 12191999 w 12191999"/>
                <a:gd name="connsiteY0" fmla="*/ 0 h 2311729"/>
                <a:gd name="connsiteX1" fmla="*/ 12191999 w 12191999"/>
                <a:gd name="connsiteY1" fmla="*/ 2311729 h 2311729"/>
                <a:gd name="connsiteX2" fmla="*/ 0 w 12191999"/>
                <a:gd name="connsiteY2" fmla="*/ 2311729 h 2311729"/>
                <a:gd name="connsiteX3" fmla="*/ 0 w 12191999"/>
                <a:gd name="connsiteY3" fmla="*/ 2020458 h 2311729"/>
                <a:gd name="connsiteX4" fmla="*/ 0 w 12191999"/>
                <a:gd name="connsiteY4" fmla="*/ 237172 h 2311729"/>
                <a:gd name="connsiteX5" fmla="*/ 63480 w 12191999"/>
                <a:gd name="connsiteY5" fmla="*/ 213939 h 2311729"/>
                <a:gd name="connsiteX6" fmla="*/ 348343 w 12191999"/>
                <a:gd name="connsiteY6" fmla="*/ 170871 h 2311729"/>
                <a:gd name="connsiteX7" fmla="*/ 1306287 w 12191999"/>
                <a:gd name="connsiteY7" fmla="*/ 1128815 h 2311729"/>
                <a:gd name="connsiteX8" fmla="*/ 1286825 w 12191999"/>
                <a:gd name="connsiteY8" fmla="*/ 1321874 h 2311729"/>
                <a:gd name="connsiteX9" fmla="*/ 1256605 w 12191999"/>
                <a:gd name="connsiteY9" fmla="*/ 1419229 h 2311729"/>
                <a:gd name="connsiteX10" fmla="*/ 1344679 w 12191999"/>
                <a:gd name="connsiteY10" fmla="*/ 1371424 h 2311729"/>
                <a:gd name="connsiteX11" fmla="*/ 1683656 w 12191999"/>
                <a:gd name="connsiteY11" fmla="*/ 1302987 h 2311729"/>
                <a:gd name="connsiteX12" fmla="*/ 2299446 w 12191999"/>
                <a:gd name="connsiteY12" fmla="*/ 1558056 h 2311729"/>
                <a:gd name="connsiteX13" fmla="*/ 2381189 w 12191999"/>
                <a:gd name="connsiteY13" fmla="*/ 1657129 h 2311729"/>
                <a:gd name="connsiteX14" fmla="*/ 2427737 w 12191999"/>
                <a:gd name="connsiteY14" fmla="*/ 1596410 h 2311729"/>
                <a:gd name="connsiteX15" fmla="*/ 3069771 w 12191999"/>
                <a:gd name="connsiteY15" fmla="*/ 1302987 h 2311729"/>
                <a:gd name="connsiteX16" fmla="*/ 3544503 w 12191999"/>
                <a:gd name="connsiteY16" fmla="*/ 1447998 h 2311729"/>
                <a:gd name="connsiteX17" fmla="*/ 3657745 w 12191999"/>
                <a:gd name="connsiteY17" fmla="*/ 1541431 h 2311729"/>
                <a:gd name="connsiteX18" fmla="*/ 3713651 w 12191999"/>
                <a:gd name="connsiteY18" fmla="*/ 1519404 h 2311729"/>
                <a:gd name="connsiteX19" fmla="*/ 3897086 w 12191999"/>
                <a:gd name="connsiteY19" fmla="*/ 1491671 h 2311729"/>
                <a:gd name="connsiteX20" fmla="*/ 4241977 w 12191999"/>
                <a:gd name="connsiteY20" fmla="*/ 1597020 h 2311729"/>
                <a:gd name="connsiteX21" fmla="*/ 4317999 w 12191999"/>
                <a:gd name="connsiteY21" fmla="*/ 1659743 h 2311729"/>
                <a:gd name="connsiteX22" fmla="*/ 4359994 w 12191999"/>
                <a:gd name="connsiteY22" fmla="*/ 1582372 h 2311729"/>
                <a:gd name="connsiteX23" fmla="*/ 5021945 w 12191999"/>
                <a:gd name="connsiteY23" fmla="*/ 1230415 h 2311729"/>
                <a:gd name="connsiteX24" fmla="*/ 5757498 w 12191999"/>
                <a:gd name="connsiteY24" fmla="*/ 1717972 h 2311729"/>
                <a:gd name="connsiteX25" fmla="*/ 5775109 w 12191999"/>
                <a:gd name="connsiteY25" fmla="*/ 1774705 h 2311729"/>
                <a:gd name="connsiteX26" fmla="*/ 5877396 w 12191999"/>
                <a:gd name="connsiteY26" fmla="*/ 1742952 h 2311729"/>
                <a:gd name="connsiteX27" fmla="*/ 5994403 w 12191999"/>
                <a:gd name="connsiteY27" fmla="*/ 1731157 h 2311729"/>
                <a:gd name="connsiteX28" fmla="*/ 6319003 w 12191999"/>
                <a:gd name="connsiteY28" fmla="*/ 1830310 h 2311729"/>
                <a:gd name="connsiteX29" fmla="*/ 6349718 w 12191999"/>
                <a:gd name="connsiteY29" fmla="*/ 1855653 h 2311729"/>
                <a:gd name="connsiteX30" fmla="*/ 6372196 w 12191999"/>
                <a:gd name="connsiteY30" fmla="*/ 1783240 h 2311729"/>
                <a:gd name="connsiteX31" fmla="*/ 7228113 w 12191999"/>
                <a:gd name="connsiteY31" fmla="*/ 1215901 h 2311729"/>
                <a:gd name="connsiteX32" fmla="*/ 7884955 w 12191999"/>
                <a:gd name="connsiteY32" fmla="*/ 1487974 h 2311729"/>
                <a:gd name="connsiteX33" fmla="*/ 7933395 w 12191999"/>
                <a:gd name="connsiteY33" fmla="*/ 1546684 h 2311729"/>
                <a:gd name="connsiteX34" fmla="*/ 8036368 w 12191999"/>
                <a:gd name="connsiteY34" fmla="*/ 1487498 h 2311729"/>
                <a:gd name="connsiteX35" fmla="*/ 8432799 w 12191999"/>
                <a:gd name="connsiteY35" fmla="*/ 1397328 h 2311729"/>
                <a:gd name="connsiteX36" fmla="*/ 9191035 w 12191999"/>
                <a:gd name="connsiteY36" fmla="*/ 1800479 h 2311729"/>
                <a:gd name="connsiteX37" fmla="*/ 9210518 w 12191999"/>
                <a:gd name="connsiteY37" fmla="*/ 1836373 h 2311729"/>
                <a:gd name="connsiteX38" fmla="*/ 9258709 w 12191999"/>
                <a:gd name="connsiteY38" fmla="*/ 1810216 h 2311729"/>
                <a:gd name="connsiteX39" fmla="*/ 9470570 w 12191999"/>
                <a:gd name="connsiteY39" fmla="*/ 1767443 h 2311729"/>
                <a:gd name="connsiteX40" fmla="*/ 9682431 w 12191999"/>
                <a:gd name="connsiteY40" fmla="*/ 1810216 h 2311729"/>
                <a:gd name="connsiteX41" fmla="*/ 9768141 w 12191999"/>
                <a:gd name="connsiteY41" fmla="*/ 1856738 h 2311729"/>
                <a:gd name="connsiteX42" fmla="*/ 9791010 w 12191999"/>
                <a:gd name="connsiteY42" fmla="*/ 1783067 h 2311729"/>
                <a:gd name="connsiteX43" fmla="*/ 10570028 w 12191999"/>
                <a:gd name="connsiteY43" fmla="*/ 1266699 h 2311729"/>
                <a:gd name="connsiteX44" fmla="*/ 10821441 w 12191999"/>
                <a:gd name="connsiteY44" fmla="*/ 1304709 h 2311729"/>
                <a:gd name="connsiteX45" fmla="*/ 10893902 w 12191999"/>
                <a:gd name="connsiteY45" fmla="*/ 1333259 h 2311729"/>
                <a:gd name="connsiteX46" fmla="*/ 10916253 w 12191999"/>
                <a:gd name="connsiteY46" fmla="*/ 1261255 h 2311729"/>
                <a:gd name="connsiteX47" fmla="*/ 11444514 w 12191999"/>
                <a:gd name="connsiteY47" fmla="*/ 911100 h 2311729"/>
                <a:gd name="connsiteX48" fmla="*/ 11446790 w 12191999"/>
                <a:gd name="connsiteY48" fmla="*/ 911330 h 2311729"/>
                <a:gd name="connsiteX49" fmla="*/ 11437256 w 12191999"/>
                <a:gd name="connsiteY49" fmla="*/ 816759 h 2311729"/>
                <a:gd name="connsiteX50" fmla="*/ 12173467 w 12191999"/>
                <a:gd name="connsiteY50" fmla="*/ 936 h 231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91999" h="2311729">
                  <a:moveTo>
                    <a:pt x="12191999" y="0"/>
                  </a:moveTo>
                  <a:lnTo>
                    <a:pt x="12191999" y="2311729"/>
                  </a:lnTo>
                  <a:lnTo>
                    <a:pt x="0" y="2311729"/>
                  </a:lnTo>
                  <a:lnTo>
                    <a:pt x="0" y="2020458"/>
                  </a:lnTo>
                  <a:lnTo>
                    <a:pt x="0" y="237172"/>
                  </a:lnTo>
                  <a:lnTo>
                    <a:pt x="63480" y="213939"/>
                  </a:lnTo>
                  <a:cubicBezTo>
                    <a:pt x="153468" y="185949"/>
                    <a:pt x="249145" y="170871"/>
                    <a:pt x="348343" y="170871"/>
                  </a:cubicBezTo>
                  <a:cubicBezTo>
                    <a:pt x="877401" y="170871"/>
                    <a:pt x="1306287" y="599757"/>
                    <a:pt x="1306287" y="1128815"/>
                  </a:cubicBezTo>
                  <a:cubicBezTo>
                    <a:pt x="1306287" y="1194948"/>
                    <a:pt x="1299586" y="1259515"/>
                    <a:pt x="1286825" y="1321874"/>
                  </a:cubicBezTo>
                  <a:lnTo>
                    <a:pt x="1256605" y="1419229"/>
                  </a:lnTo>
                  <a:lnTo>
                    <a:pt x="1344679" y="1371424"/>
                  </a:lnTo>
                  <a:cubicBezTo>
                    <a:pt x="1448867" y="1327356"/>
                    <a:pt x="1563416" y="1302987"/>
                    <a:pt x="1683656" y="1302987"/>
                  </a:cubicBezTo>
                  <a:cubicBezTo>
                    <a:pt x="1924137" y="1302987"/>
                    <a:pt x="2141852" y="1400461"/>
                    <a:pt x="2299446" y="1558056"/>
                  </a:cubicBezTo>
                  <a:lnTo>
                    <a:pt x="2381189" y="1657129"/>
                  </a:lnTo>
                  <a:lnTo>
                    <a:pt x="2427737" y="1596410"/>
                  </a:lnTo>
                  <a:cubicBezTo>
                    <a:pt x="2583425" y="1416679"/>
                    <a:pt x="2813321" y="1302987"/>
                    <a:pt x="3069771" y="1302987"/>
                  </a:cubicBezTo>
                  <a:cubicBezTo>
                    <a:pt x="3245622" y="1302987"/>
                    <a:pt x="3408987" y="1356446"/>
                    <a:pt x="3544503" y="1447998"/>
                  </a:cubicBezTo>
                  <a:lnTo>
                    <a:pt x="3657745" y="1541431"/>
                  </a:lnTo>
                  <a:lnTo>
                    <a:pt x="3713651" y="1519404"/>
                  </a:lnTo>
                  <a:cubicBezTo>
                    <a:pt x="3771598" y="1501381"/>
                    <a:pt x="3833208" y="1491671"/>
                    <a:pt x="3897086" y="1491671"/>
                  </a:cubicBezTo>
                  <a:cubicBezTo>
                    <a:pt x="4024841" y="1491671"/>
                    <a:pt x="4143526" y="1530508"/>
                    <a:pt x="4241977" y="1597020"/>
                  </a:cubicBezTo>
                  <a:lnTo>
                    <a:pt x="4317999" y="1659743"/>
                  </a:lnTo>
                  <a:lnTo>
                    <a:pt x="4359994" y="1582372"/>
                  </a:lnTo>
                  <a:cubicBezTo>
                    <a:pt x="4503453" y="1370026"/>
                    <a:pt x="4746395" y="1230415"/>
                    <a:pt x="5021945" y="1230415"/>
                  </a:cubicBezTo>
                  <a:cubicBezTo>
                    <a:pt x="5352605" y="1230415"/>
                    <a:pt x="5636309" y="1431455"/>
                    <a:pt x="5757498" y="1717972"/>
                  </a:cubicBezTo>
                  <a:lnTo>
                    <a:pt x="5775109" y="1774705"/>
                  </a:lnTo>
                  <a:lnTo>
                    <a:pt x="5877396" y="1742952"/>
                  </a:lnTo>
                  <a:cubicBezTo>
                    <a:pt x="5915189" y="1735219"/>
                    <a:pt x="5954321" y="1731157"/>
                    <a:pt x="5994403" y="1731157"/>
                  </a:cubicBezTo>
                  <a:cubicBezTo>
                    <a:pt x="6114640" y="1731157"/>
                    <a:pt x="6226343" y="1767710"/>
                    <a:pt x="6319003" y="1830310"/>
                  </a:cubicBezTo>
                  <a:lnTo>
                    <a:pt x="6349718" y="1855653"/>
                  </a:lnTo>
                  <a:lnTo>
                    <a:pt x="6372196" y="1783240"/>
                  </a:lnTo>
                  <a:cubicBezTo>
                    <a:pt x="6513213" y="1449839"/>
                    <a:pt x="6843343" y="1215901"/>
                    <a:pt x="7228113" y="1215901"/>
                  </a:cubicBezTo>
                  <a:cubicBezTo>
                    <a:pt x="7484626" y="1215901"/>
                    <a:pt x="7716855" y="1319874"/>
                    <a:pt x="7884955" y="1487974"/>
                  </a:cubicBezTo>
                  <a:lnTo>
                    <a:pt x="7933395" y="1546684"/>
                  </a:lnTo>
                  <a:lnTo>
                    <a:pt x="8036368" y="1487498"/>
                  </a:lnTo>
                  <a:cubicBezTo>
                    <a:pt x="8156294" y="1429711"/>
                    <a:pt x="8290765" y="1397328"/>
                    <a:pt x="8432799" y="1397328"/>
                  </a:cubicBezTo>
                  <a:cubicBezTo>
                    <a:pt x="8748430" y="1397328"/>
                    <a:pt x="9026710" y="1557246"/>
                    <a:pt x="9191035" y="1800479"/>
                  </a:cubicBezTo>
                  <a:lnTo>
                    <a:pt x="9210518" y="1836373"/>
                  </a:lnTo>
                  <a:lnTo>
                    <a:pt x="9258709" y="1810216"/>
                  </a:lnTo>
                  <a:cubicBezTo>
                    <a:pt x="9323827" y="1782674"/>
                    <a:pt x="9395420" y="1767443"/>
                    <a:pt x="9470570" y="1767443"/>
                  </a:cubicBezTo>
                  <a:cubicBezTo>
                    <a:pt x="9545720" y="1767443"/>
                    <a:pt x="9617313" y="1782674"/>
                    <a:pt x="9682431" y="1810216"/>
                  </a:cubicBezTo>
                  <a:lnTo>
                    <a:pt x="9768141" y="1856738"/>
                  </a:lnTo>
                  <a:lnTo>
                    <a:pt x="9791010" y="1783067"/>
                  </a:lnTo>
                  <a:cubicBezTo>
                    <a:pt x="9919358" y="1479619"/>
                    <a:pt x="10219827" y="1266699"/>
                    <a:pt x="10570028" y="1266699"/>
                  </a:cubicBezTo>
                  <a:cubicBezTo>
                    <a:pt x="10657578" y="1266699"/>
                    <a:pt x="10742020" y="1280007"/>
                    <a:pt x="10821441" y="1304709"/>
                  </a:cubicBezTo>
                  <a:lnTo>
                    <a:pt x="10893902" y="1333259"/>
                  </a:lnTo>
                  <a:lnTo>
                    <a:pt x="10916253" y="1261255"/>
                  </a:lnTo>
                  <a:cubicBezTo>
                    <a:pt x="11003287" y="1055484"/>
                    <a:pt x="11207039" y="911100"/>
                    <a:pt x="11444514" y="911100"/>
                  </a:cubicBezTo>
                  <a:lnTo>
                    <a:pt x="11446790" y="911330"/>
                  </a:lnTo>
                  <a:lnTo>
                    <a:pt x="11437256" y="816759"/>
                  </a:lnTo>
                  <a:cubicBezTo>
                    <a:pt x="11437256" y="392161"/>
                    <a:pt x="11759948" y="42931"/>
                    <a:pt x="12173467" y="9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r="16200000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1" y="4560785"/>
              <a:ext cx="12191999" cy="2311729"/>
            </a:xfrm>
            <a:custGeom>
              <a:avLst/>
              <a:gdLst>
                <a:gd name="connsiteX0" fmla="*/ 12191999 w 12191999"/>
                <a:gd name="connsiteY0" fmla="*/ 0 h 2311729"/>
                <a:gd name="connsiteX1" fmla="*/ 12191999 w 12191999"/>
                <a:gd name="connsiteY1" fmla="*/ 2311729 h 2311729"/>
                <a:gd name="connsiteX2" fmla="*/ 0 w 12191999"/>
                <a:gd name="connsiteY2" fmla="*/ 2311729 h 2311729"/>
                <a:gd name="connsiteX3" fmla="*/ 0 w 12191999"/>
                <a:gd name="connsiteY3" fmla="*/ 2020458 h 2311729"/>
                <a:gd name="connsiteX4" fmla="*/ 0 w 12191999"/>
                <a:gd name="connsiteY4" fmla="*/ 237172 h 2311729"/>
                <a:gd name="connsiteX5" fmla="*/ 63480 w 12191999"/>
                <a:gd name="connsiteY5" fmla="*/ 213939 h 2311729"/>
                <a:gd name="connsiteX6" fmla="*/ 348343 w 12191999"/>
                <a:gd name="connsiteY6" fmla="*/ 170871 h 2311729"/>
                <a:gd name="connsiteX7" fmla="*/ 1306287 w 12191999"/>
                <a:gd name="connsiteY7" fmla="*/ 1128815 h 2311729"/>
                <a:gd name="connsiteX8" fmla="*/ 1286825 w 12191999"/>
                <a:gd name="connsiteY8" fmla="*/ 1321874 h 2311729"/>
                <a:gd name="connsiteX9" fmla="*/ 1256605 w 12191999"/>
                <a:gd name="connsiteY9" fmla="*/ 1419229 h 2311729"/>
                <a:gd name="connsiteX10" fmla="*/ 1344679 w 12191999"/>
                <a:gd name="connsiteY10" fmla="*/ 1371424 h 2311729"/>
                <a:gd name="connsiteX11" fmla="*/ 1683656 w 12191999"/>
                <a:gd name="connsiteY11" fmla="*/ 1302987 h 2311729"/>
                <a:gd name="connsiteX12" fmla="*/ 2299446 w 12191999"/>
                <a:gd name="connsiteY12" fmla="*/ 1558056 h 2311729"/>
                <a:gd name="connsiteX13" fmla="*/ 2381189 w 12191999"/>
                <a:gd name="connsiteY13" fmla="*/ 1657129 h 2311729"/>
                <a:gd name="connsiteX14" fmla="*/ 2427737 w 12191999"/>
                <a:gd name="connsiteY14" fmla="*/ 1596410 h 2311729"/>
                <a:gd name="connsiteX15" fmla="*/ 3069771 w 12191999"/>
                <a:gd name="connsiteY15" fmla="*/ 1302987 h 2311729"/>
                <a:gd name="connsiteX16" fmla="*/ 3544503 w 12191999"/>
                <a:gd name="connsiteY16" fmla="*/ 1447998 h 2311729"/>
                <a:gd name="connsiteX17" fmla="*/ 3657745 w 12191999"/>
                <a:gd name="connsiteY17" fmla="*/ 1541431 h 2311729"/>
                <a:gd name="connsiteX18" fmla="*/ 3713651 w 12191999"/>
                <a:gd name="connsiteY18" fmla="*/ 1519404 h 2311729"/>
                <a:gd name="connsiteX19" fmla="*/ 3897086 w 12191999"/>
                <a:gd name="connsiteY19" fmla="*/ 1491671 h 2311729"/>
                <a:gd name="connsiteX20" fmla="*/ 4241977 w 12191999"/>
                <a:gd name="connsiteY20" fmla="*/ 1597020 h 2311729"/>
                <a:gd name="connsiteX21" fmla="*/ 4317999 w 12191999"/>
                <a:gd name="connsiteY21" fmla="*/ 1659743 h 2311729"/>
                <a:gd name="connsiteX22" fmla="*/ 4359994 w 12191999"/>
                <a:gd name="connsiteY22" fmla="*/ 1582372 h 2311729"/>
                <a:gd name="connsiteX23" fmla="*/ 5021945 w 12191999"/>
                <a:gd name="connsiteY23" fmla="*/ 1230415 h 2311729"/>
                <a:gd name="connsiteX24" fmla="*/ 5757498 w 12191999"/>
                <a:gd name="connsiteY24" fmla="*/ 1717972 h 2311729"/>
                <a:gd name="connsiteX25" fmla="*/ 5775109 w 12191999"/>
                <a:gd name="connsiteY25" fmla="*/ 1774705 h 2311729"/>
                <a:gd name="connsiteX26" fmla="*/ 5877396 w 12191999"/>
                <a:gd name="connsiteY26" fmla="*/ 1742952 h 2311729"/>
                <a:gd name="connsiteX27" fmla="*/ 5994403 w 12191999"/>
                <a:gd name="connsiteY27" fmla="*/ 1731157 h 2311729"/>
                <a:gd name="connsiteX28" fmla="*/ 6319003 w 12191999"/>
                <a:gd name="connsiteY28" fmla="*/ 1830310 h 2311729"/>
                <a:gd name="connsiteX29" fmla="*/ 6349718 w 12191999"/>
                <a:gd name="connsiteY29" fmla="*/ 1855653 h 2311729"/>
                <a:gd name="connsiteX30" fmla="*/ 6372196 w 12191999"/>
                <a:gd name="connsiteY30" fmla="*/ 1783240 h 2311729"/>
                <a:gd name="connsiteX31" fmla="*/ 7228113 w 12191999"/>
                <a:gd name="connsiteY31" fmla="*/ 1215901 h 2311729"/>
                <a:gd name="connsiteX32" fmla="*/ 7884955 w 12191999"/>
                <a:gd name="connsiteY32" fmla="*/ 1487974 h 2311729"/>
                <a:gd name="connsiteX33" fmla="*/ 7933395 w 12191999"/>
                <a:gd name="connsiteY33" fmla="*/ 1546684 h 2311729"/>
                <a:gd name="connsiteX34" fmla="*/ 8036368 w 12191999"/>
                <a:gd name="connsiteY34" fmla="*/ 1487498 h 2311729"/>
                <a:gd name="connsiteX35" fmla="*/ 8432799 w 12191999"/>
                <a:gd name="connsiteY35" fmla="*/ 1397328 h 2311729"/>
                <a:gd name="connsiteX36" fmla="*/ 9191035 w 12191999"/>
                <a:gd name="connsiteY36" fmla="*/ 1800479 h 2311729"/>
                <a:gd name="connsiteX37" fmla="*/ 9210518 w 12191999"/>
                <a:gd name="connsiteY37" fmla="*/ 1836373 h 2311729"/>
                <a:gd name="connsiteX38" fmla="*/ 9258709 w 12191999"/>
                <a:gd name="connsiteY38" fmla="*/ 1810216 h 2311729"/>
                <a:gd name="connsiteX39" fmla="*/ 9470570 w 12191999"/>
                <a:gd name="connsiteY39" fmla="*/ 1767443 h 2311729"/>
                <a:gd name="connsiteX40" fmla="*/ 9682431 w 12191999"/>
                <a:gd name="connsiteY40" fmla="*/ 1810216 h 2311729"/>
                <a:gd name="connsiteX41" fmla="*/ 9768141 w 12191999"/>
                <a:gd name="connsiteY41" fmla="*/ 1856738 h 2311729"/>
                <a:gd name="connsiteX42" fmla="*/ 9791010 w 12191999"/>
                <a:gd name="connsiteY42" fmla="*/ 1783067 h 2311729"/>
                <a:gd name="connsiteX43" fmla="*/ 10570028 w 12191999"/>
                <a:gd name="connsiteY43" fmla="*/ 1266699 h 2311729"/>
                <a:gd name="connsiteX44" fmla="*/ 10821441 w 12191999"/>
                <a:gd name="connsiteY44" fmla="*/ 1304709 h 2311729"/>
                <a:gd name="connsiteX45" fmla="*/ 10893902 w 12191999"/>
                <a:gd name="connsiteY45" fmla="*/ 1333259 h 2311729"/>
                <a:gd name="connsiteX46" fmla="*/ 10916253 w 12191999"/>
                <a:gd name="connsiteY46" fmla="*/ 1261255 h 2311729"/>
                <a:gd name="connsiteX47" fmla="*/ 11444514 w 12191999"/>
                <a:gd name="connsiteY47" fmla="*/ 911100 h 2311729"/>
                <a:gd name="connsiteX48" fmla="*/ 11446790 w 12191999"/>
                <a:gd name="connsiteY48" fmla="*/ 911330 h 2311729"/>
                <a:gd name="connsiteX49" fmla="*/ 11437256 w 12191999"/>
                <a:gd name="connsiteY49" fmla="*/ 816759 h 2311729"/>
                <a:gd name="connsiteX50" fmla="*/ 12173467 w 12191999"/>
                <a:gd name="connsiteY50" fmla="*/ 936 h 231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91999" h="2311729">
                  <a:moveTo>
                    <a:pt x="12191999" y="0"/>
                  </a:moveTo>
                  <a:lnTo>
                    <a:pt x="12191999" y="2311729"/>
                  </a:lnTo>
                  <a:lnTo>
                    <a:pt x="0" y="2311729"/>
                  </a:lnTo>
                  <a:lnTo>
                    <a:pt x="0" y="2020458"/>
                  </a:lnTo>
                  <a:lnTo>
                    <a:pt x="0" y="237172"/>
                  </a:lnTo>
                  <a:lnTo>
                    <a:pt x="63480" y="213939"/>
                  </a:lnTo>
                  <a:cubicBezTo>
                    <a:pt x="153468" y="185949"/>
                    <a:pt x="249145" y="170871"/>
                    <a:pt x="348343" y="170871"/>
                  </a:cubicBezTo>
                  <a:cubicBezTo>
                    <a:pt x="877401" y="170871"/>
                    <a:pt x="1306287" y="599757"/>
                    <a:pt x="1306287" y="1128815"/>
                  </a:cubicBezTo>
                  <a:cubicBezTo>
                    <a:pt x="1306287" y="1194948"/>
                    <a:pt x="1299586" y="1259515"/>
                    <a:pt x="1286825" y="1321874"/>
                  </a:cubicBezTo>
                  <a:lnTo>
                    <a:pt x="1256605" y="1419229"/>
                  </a:lnTo>
                  <a:lnTo>
                    <a:pt x="1344679" y="1371424"/>
                  </a:lnTo>
                  <a:cubicBezTo>
                    <a:pt x="1448867" y="1327356"/>
                    <a:pt x="1563416" y="1302987"/>
                    <a:pt x="1683656" y="1302987"/>
                  </a:cubicBezTo>
                  <a:cubicBezTo>
                    <a:pt x="1924137" y="1302987"/>
                    <a:pt x="2141852" y="1400461"/>
                    <a:pt x="2299446" y="1558056"/>
                  </a:cubicBezTo>
                  <a:lnTo>
                    <a:pt x="2381189" y="1657129"/>
                  </a:lnTo>
                  <a:lnTo>
                    <a:pt x="2427737" y="1596410"/>
                  </a:lnTo>
                  <a:cubicBezTo>
                    <a:pt x="2583425" y="1416679"/>
                    <a:pt x="2813321" y="1302987"/>
                    <a:pt x="3069771" y="1302987"/>
                  </a:cubicBezTo>
                  <a:cubicBezTo>
                    <a:pt x="3245622" y="1302987"/>
                    <a:pt x="3408987" y="1356446"/>
                    <a:pt x="3544503" y="1447998"/>
                  </a:cubicBezTo>
                  <a:lnTo>
                    <a:pt x="3657745" y="1541431"/>
                  </a:lnTo>
                  <a:lnTo>
                    <a:pt x="3713651" y="1519404"/>
                  </a:lnTo>
                  <a:cubicBezTo>
                    <a:pt x="3771598" y="1501381"/>
                    <a:pt x="3833208" y="1491671"/>
                    <a:pt x="3897086" y="1491671"/>
                  </a:cubicBezTo>
                  <a:cubicBezTo>
                    <a:pt x="4024841" y="1491671"/>
                    <a:pt x="4143526" y="1530508"/>
                    <a:pt x="4241977" y="1597020"/>
                  </a:cubicBezTo>
                  <a:lnTo>
                    <a:pt x="4317999" y="1659743"/>
                  </a:lnTo>
                  <a:lnTo>
                    <a:pt x="4359994" y="1582372"/>
                  </a:lnTo>
                  <a:cubicBezTo>
                    <a:pt x="4503453" y="1370026"/>
                    <a:pt x="4746395" y="1230415"/>
                    <a:pt x="5021945" y="1230415"/>
                  </a:cubicBezTo>
                  <a:cubicBezTo>
                    <a:pt x="5352605" y="1230415"/>
                    <a:pt x="5636309" y="1431455"/>
                    <a:pt x="5757498" y="1717972"/>
                  </a:cubicBezTo>
                  <a:lnTo>
                    <a:pt x="5775109" y="1774705"/>
                  </a:lnTo>
                  <a:lnTo>
                    <a:pt x="5877396" y="1742952"/>
                  </a:lnTo>
                  <a:cubicBezTo>
                    <a:pt x="5915189" y="1735219"/>
                    <a:pt x="5954321" y="1731157"/>
                    <a:pt x="5994403" y="1731157"/>
                  </a:cubicBezTo>
                  <a:cubicBezTo>
                    <a:pt x="6114640" y="1731157"/>
                    <a:pt x="6226343" y="1767710"/>
                    <a:pt x="6319003" y="1830310"/>
                  </a:cubicBezTo>
                  <a:lnTo>
                    <a:pt x="6349718" y="1855653"/>
                  </a:lnTo>
                  <a:lnTo>
                    <a:pt x="6372196" y="1783240"/>
                  </a:lnTo>
                  <a:cubicBezTo>
                    <a:pt x="6513213" y="1449839"/>
                    <a:pt x="6843343" y="1215901"/>
                    <a:pt x="7228113" y="1215901"/>
                  </a:cubicBezTo>
                  <a:cubicBezTo>
                    <a:pt x="7484626" y="1215901"/>
                    <a:pt x="7716855" y="1319874"/>
                    <a:pt x="7884955" y="1487974"/>
                  </a:cubicBezTo>
                  <a:lnTo>
                    <a:pt x="7933395" y="1546684"/>
                  </a:lnTo>
                  <a:lnTo>
                    <a:pt x="8036368" y="1487498"/>
                  </a:lnTo>
                  <a:cubicBezTo>
                    <a:pt x="8156294" y="1429711"/>
                    <a:pt x="8290765" y="1397328"/>
                    <a:pt x="8432799" y="1397328"/>
                  </a:cubicBezTo>
                  <a:cubicBezTo>
                    <a:pt x="8748430" y="1397328"/>
                    <a:pt x="9026710" y="1557246"/>
                    <a:pt x="9191035" y="1800479"/>
                  </a:cubicBezTo>
                  <a:lnTo>
                    <a:pt x="9210518" y="1836373"/>
                  </a:lnTo>
                  <a:lnTo>
                    <a:pt x="9258709" y="1810216"/>
                  </a:lnTo>
                  <a:cubicBezTo>
                    <a:pt x="9323827" y="1782674"/>
                    <a:pt x="9395420" y="1767443"/>
                    <a:pt x="9470570" y="1767443"/>
                  </a:cubicBezTo>
                  <a:cubicBezTo>
                    <a:pt x="9545720" y="1767443"/>
                    <a:pt x="9617313" y="1782674"/>
                    <a:pt x="9682431" y="1810216"/>
                  </a:cubicBezTo>
                  <a:lnTo>
                    <a:pt x="9768141" y="1856738"/>
                  </a:lnTo>
                  <a:lnTo>
                    <a:pt x="9791010" y="1783067"/>
                  </a:lnTo>
                  <a:cubicBezTo>
                    <a:pt x="9919358" y="1479619"/>
                    <a:pt x="10219827" y="1266699"/>
                    <a:pt x="10570028" y="1266699"/>
                  </a:cubicBezTo>
                  <a:cubicBezTo>
                    <a:pt x="10657578" y="1266699"/>
                    <a:pt x="10742020" y="1280007"/>
                    <a:pt x="10821441" y="1304709"/>
                  </a:cubicBezTo>
                  <a:lnTo>
                    <a:pt x="10893902" y="1333259"/>
                  </a:lnTo>
                  <a:lnTo>
                    <a:pt x="10916253" y="1261255"/>
                  </a:lnTo>
                  <a:cubicBezTo>
                    <a:pt x="11003287" y="1055484"/>
                    <a:pt x="11207039" y="911100"/>
                    <a:pt x="11444514" y="911100"/>
                  </a:cubicBezTo>
                  <a:lnTo>
                    <a:pt x="11446790" y="911330"/>
                  </a:lnTo>
                  <a:lnTo>
                    <a:pt x="11437256" y="816759"/>
                  </a:lnTo>
                  <a:cubicBezTo>
                    <a:pt x="11437256" y="392161"/>
                    <a:pt x="11759948" y="42931"/>
                    <a:pt x="12173467" y="936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/>
              </a:solidFill>
            </a:ln>
            <a:effectLst>
              <a:innerShdw blurRad="266700" dist="139700" dir="16200000">
                <a:srgbClr val="18ACCA">
                  <a:alpha val="30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9652793">
            <a:off x="3749988" y="1523812"/>
            <a:ext cx="601603" cy="609821"/>
            <a:chOff x="2817684" y="410418"/>
            <a:chExt cx="604235" cy="612489"/>
          </a:xfrm>
        </p:grpSpPr>
        <p:grpSp>
          <p:nvGrpSpPr>
            <p:cNvPr id="10" name="组合 9"/>
            <p:cNvGrpSpPr/>
            <p:nvPr/>
          </p:nvGrpSpPr>
          <p:grpSpPr>
            <a:xfrm rot="21335217">
              <a:off x="2817684" y="410418"/>
              <a:ext cx="604235" cy="612489"/>
              <a:chOff x="7973451" y="5027358"/>
              <a:chExt cx="1573291" cy="1594779"/>
            </a:xfrm>
          </p:grpSpPr>
          <p:sp>
            <p:nvSpPr>
              <p:cNvPr id="12" name="五角星 2"/>
              <p:cNvSpPr/>
              <p:nvPr/>
            </p:nvSpPr>
            <p:spPr>
              <a:xfrm rot="20480842">
                <a:off x="7975659" y="5027358"/>
                <a:ext cx="1571083" cy="1580289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C4EF39"/>
              </a:solidFill>
              <a:ln w="63500">
                <a:noFill/>
              </a:ln>
              <a:effectLst>
                <a:outerShdw blurRad="190500" dist="63500" dir="5400000" algn="t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-25000"/>
              </a:p>
            </p:txBody>
          </p:sp>
          <p:sp>
            <p:nvSpPr>
              <p:cNvPr id="13" name="五角星 2"/>
              <p:cNvSpPr/>
              <p:nvPr/>
            </p:nvSpPr>
            <p:spPr>
              <a:xfrm rot="20480842">
                <a:off x="7973451" y="5041848"/>
                <a:ext cx="1571083" cy="1580289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8FA7"/>
              </a:solidFill>
              <a:ln w="25400">
                <a:solidFill>
                  <a:schemeClr val="bg1"/>
                </a:solidFill>
              </a:ln>
              <a:effectLst>
                <a:innerShdw blurRad="368300">
                  <a:srgbClr val="FF3B65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-25000"/>
              </a:p>
            </p:txBody>
          </p:sp>
        </p:grpSp>
        <p:sp>
          <p:nvSpPr>
            <p:cNvPr id="11" name="弧形 10"/>
            <p:cNvSpPr/>
            <p:nvPr/>
          </p:nvSpPr>
          <p:spPr>
            <a:xfrm rot="15881703">
              <a:off x="2988235" y="627531"/>
              <a:ext cx="197224" cy="197224"/>
            </a:xfrm>
            <a:prstGeom prst="arc">
              <a:avLst>
                <a:gd name="adj1" fmla="val 16200000"/>
                <a:gd name="adj2" fmla="val 20358260"/>
              </a:avLst>
            </a:prstGeom>
            <a:ln w="41275">
              <a:solidFill>
                <a:schemeClr val="bg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69628" y="1606811"/>
            <a:ext cx="2230454" cy="1398934"/>
            <a:chOff x="594424" y="1153191"/>
            <a:chExt cx="2605976" cy="1634460"/>
          </a:xfrm>
        </p:grpSpPr>
        <p:sp>
          <p:nvSpPr>
            <p:cNvPr id="18" name="任意多边形 17"/>
            <p:cNvSpPr/>
            <p:nvPr/>
          </p:nvSpPr>
          <p:spPr>
            <a:xfrm>
              <a:off x="616196" y="1175175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52400" dist="889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594424" y="1153191"/>
              <a:ext cx="2584204" cy="1612476"/>
            </a:xfrm>
            <a:custGeom>
              <a:avLst/>
              <a:gdLst>
                <a:gd name="connsiteX0" fmla="*/ 1389184 w 3610707"/>
                <a:gd name="connsiteY0" fmla="*/ 0 h 2450125"/>
                <a:gd name="connsiteX1" fmla="*/ 2191163 w 3610707"/>
                <a:gd name="connsiteY1" fmla="*/ 426409 h 2450125"/>
                <a:gd name="connsiteX2" fmla="*/ 2262626 w 3610707"/>
                <a:gd name="connsiteY2" fmla="*/ 558069 h 2450125"/>
                <a:gd name="connsiteX3" fmla="*/ 2332890 w 3610707"/>
                <a:gd name="connsiteY3" fmla="*/ 550986 h 2450125"/>
                <a:gd name="connsiteX4" fmla="*/ 2894584 w 3610707"/>
                <a:gd name="connsiteY4" fmla="*/ 923302 h 2450125"/>
                <a:gd name="connsiteX5" fmla="*/ 2915413 w 3610707"/>
                <a:gd name="connsiteY5" fmla="*/ 990402 h 2450125"/>
                <a:gd name="connsiteX6" fmla="*/ 2934595 w 3610707"/>
                <a:gd name="connsiteY6" fmla="*/ 984447 h 2450125"/>
                <a:gd name="connsiteX7" fmla="*/ 3048000 w 3610707"/>
                <a:gd name="connsiteY7" fmla="*/ 973015 h 2450125"/>
                <a:gd name="connsiteX8" fmla="*/ 3610707 w 3610707"/>
                <a:gd name="connsiteY8" fmla="*/ 1535722 h 2450125"/>
                <a:gd name="connsiteX9" fmla="*/ 3048000 w 3610707"/>
                <a:gd name="connsiteY9" fmla="*/ 2098429 h 2450125"/>
                <a:gd name="connsiteX10" fmla="*/ 2934595 w 3610707"/>
                <a:gd name="connsiteY10" fmla="*/ 2086997 h 2450125"/>
                <a:gd name="connsiteX11" fmla="*/ 2841470 w 3610707"/>
                <a:gd name="connsiteY11" fmla="*/ 2058089 h 2450125"/>
                <a:gd name="connsiteX12" fmla="*/ 2778805 w 3610707"/>
                <a:gd name="connsiteY12" fmla="*/ 2134039 h 2450125"/>
                <a:gd name="connsiteX13" fmla="*/ 2327029 w 3610707"/>
                <a:gd name="connsiteY13" fmla="*/ 2321171 h 2450125"/>
                <a:gd name="connsiteX14" fmla="*/ 1897442 w 3610707"/>
                <a:gd name="connsiteY14" fmla="*/ 2155195 h 2450125"/>
                <a:gd name="connsiteX15" fmla="*/ 1878393 w 3610707"/>
                <a:gd name="connsiteY15" fmla="*/ 2135215 h 2450125"/>
                <a:gd name="connsiteX16" fmla="*/ 1860361 w 3610707"/>
                <a:gd name="connsiteY16" fmla="*/ 2168437 h 2450125"/>
                <a:gd name="connsiteX17" fmla="*/ 1330568 w 3610707"/>
                <a:gd name="connsiteY17" fmla="*/ 2450125 h 2450125"/>
                <a:gd name="connsiteX18" fmla="*/ 800775 w 3610707"/>
                <a:gd name="connsiteY18" fmla="*/ 2168437 h 2450125"/>
                <a:gd name="connsiteX19" fmla="*/ 771869 w 3610707"/>
                <a:gd name="connsiteY19" fmla="*/ 2115180 h 2450125"/>
                <a:gd name="connsiteX20" fmla="*/ 753583 w 3610707"/>
                <a:gd name="connsiteY20" fmla="*/ 2120856 h 2450125"/>
                <a:gd name="connsiteX21" fmla="*/ 627184 w 3610707"/>
                <a:gd name="connsiteY21" fmla="*/ 2133598 h 2450125"/>
                <a:gd name="connsiteX22" fmla="*/ 0 w 3610707"/>
                <a:gd name="connsiteY22" fmla="*/ 1506414 h 2450125"/>
                <a:gd name="connsiteX23" fmla="*/ 383056 w 3610707"/>
                <a:gd name="connsiteY23" fmla="*/ 928517 h 2450125"/>
                <a:gd name="connsiteX24" fmla="*/ 424632 w 3610707"/>
                <a:gd name="connsiteY24" fmla="*/ 915611 h 2450125"/>
                <a:gd name="connsiteX25" fmla="*/ 427023 w 3610707"/>
                <a:gd name="connsiteY25" fmla="*/ 868268 h 2450125"/>
                <a:gd name="connsiteX26" fmla="*/ 1389184 w 3610707"/>
                <a:gd name="connsiteY26" fmla="*/ 0 h 24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10707" h="2450125">
                  <a:moveTo>
                    <a:pt x="1389184" y="0"/>
                  </a:moveTo>
                  <a:cubicBezTo>
                    <a:pt x="1723024" y="0"/>
                    <a:pt x="2017359" y="169144"/>
                    <a:pt x="2191163" y="426409"/>
                  </a:cubicBezTo>
                  <a:lnTo>
                    <a:pt x="2262626" y="558069"/>
                  </a:lnTo>
                  <a:lnTo>
                    <a:pt x="2332890" y="550986"/>
                  </a:lnTo>
                  <a:cubicBezTo>
                    <a:pt x="2585394" y="550986"/>
                    <a:pt x="2802042" y="704507"/>
                    <a:pt x="2894584" y="923302"/>
                  </a:cubicBezTo>
                  <a:lnTo>
                    <a:pt x="2915413" y="990402"/>
                  </a:lnTo>
                  <a:lnTo>
                    <a:pt x="2934595" y="984447"/>
                  </a:lnTo>
                  <a:cubicBezTo>
                    <a:pt x="2971226" y="976951"/>
                    <a:pt x="3009154" y="973015"/>
                    <a:pt x="3048000" y="973015"/>
                  </a:cubicBezTo>
                  <a:cubicBezTo>
                    <a:pt x="3358774" y="973015"/>
                    <a:pt x="3610707" y="1224948"/>
                    <a:pt x="3610707" y="1535722"/>
                  </a:cubicBezTo>
                  <a:cubicBezTo>
                    <a:pt x="3610707" y="1846496"/>
                    <a:pt x="3358774" y="2098429"/>
                    <a:pt x="3048000" y="2098429"/>
                  </a:cubicBezTo>
                  <a:cubicBezTo>
                    <a:pt x="3009154" y="2098429"/>
                    <a:pt x="2971226" y="2094493"/>
                    <a:pt x="2934595" y="2086997"/>
                  </a:cubicBezTo>
                  <a:lnTo>
                    <a:pt x="2841470" y="2058089"/>
                  </a:lnTo>
                  <a:lnTo>
                    <a:pt x="2778805" y="2134039"/>
                  </a:lnTo>
                  <a:cubicBezTo>
                    <a:pt x="2663186" y="2249659"/>
                    <a:pt x="2503459" y="2321171"/>
                    <a:pt x="2327029" y="2321171"/>
                  </a:cubicBezTo>
                  <a:cubicBezTo>
                    <a:pt x="2161626" y="2321171"/>
                    <a:pt x="2010904" y="2258319"/>
                    <a:pt x="1897442" y="2155195"/>
                  </a:cubicBezTo>
                  <a:lnTo>
                    <a:pt x="1878393" y="2135215"/>
                  </a:lnTo>
                  <a:lnTo>
                    <a:pt x="1860361" y="2168437"/>
                  </a:lnTo>
                  <a:cubicBezTo>
                    <a:pt x="1745544" y="2338387"/>
                    <a:pt x="1551105" y="2450125"/>
                    <a:pt x="1330568" y="2450125"/>
                  </a:cubicBezTo>
                  <a:cubicBezTo>
                    <a:pt x="1110031" y="2450125"/>
                    <a:pt x="915592" y="2338387"/>
                    <a:pt x="800775" y="2168437"/>
                  </a:cubicBezTo>
                  <a:lnTo>
                    <a:pt x="771869" y="2115180"/>
                  </a:lnTo>
                  <a:lnTo>
                    <a:pt x="753583" y="2120856"/>
                  </a:lnTo>
                  <a:cubicBezTo>
                    <a:pt x="712755" y="2129211"/>
                    <a:pt x="670482" y="2133598"/>
                    <a:pt x="627184" y="2133598"/>
                  </a:cubicBezTo>
                  <a:cubicBezTo>
                    <a:pt x="280800" y="2133598"/>
                    <a:pt x="0" y="1852798"/>
                    <a:pt x="0" y="1506414"/>
                  </a:cubicBezTo>
                  <a:cubicBezTo>
                    <a:pt x="0" y="1246626"/>
                    <a:pt x="157950" y="1023729"/>
                    <a:pt x="383056" y="928517"/>
                  </a:cubicBezTo>
                  <a:lnTo>
                    <a:pt x="424632" y="915611"/>
                  </a:lnTo>
                  <a:lnTo>
                    <a:pt x="427023" y="868268"/>
                  </a:lnTo>
                  <a:cubicBezTo>
                    <a:pt x="476551" y="380575"/>
                    <a:pt x="888424" y="0"/>
                    <a:pt x="138918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91F0FD"/>
              </a:solidFill>
            </a:ln>
            <a:effectLst>
              <a:innerShdw blurRad="355600" dist="114300" dir="3600000">
                <a:srgbClr val="19B4C9">
                  <a:alpha val="71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 rot="2224307">
            <a:off x="1360629" y="653724"/>
            <a:ext cx="379384" cy="372408"/>
            <a:chOff x="10646778" y="4753862"/>
            <a:chExt cx="751521" cy="737702"/>
          </a:xfrm>
        </p:grpSpPr>
        <p:sp>
          <p:nvSpPr>
            <p:cNvPr id="27" name="五角星 2"/>
            <p:cNvSpPr/>
            <p:nvPr/>
          </p:nvSpPr>
          <p:spPr>
            <a:xfrm rot="20227648" flipH="1">
              <a:off x="10648573" y="4753862"/>
              <a:ext cx="749726" cy="728735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noFill/>
            </a:ln>
            <a:effectLst>
              <a:outerShdw blurRad="76200" dist="50800" dir="5400000" algn="t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0646778" y="4762829"/>
              <a:ext cx="749726" cy="728735"/>
              <a:chOff x="11012539" y="4493889"/>
              <a:chExt cx="749726" cy="728735"/>
            </a:xfrm>
          </p:grpSpPr>
          <p:sp>
            <p:nvSpPr>
              <p:cNvPr id="29" name="五角星 2"/>
              <p:cNvSpPr/>
              <p:nvPr/>
            </p:nvSpPr>
            <p:spPr>
              <a:xfrm rot="20227648" flipH="1">
                <a:off x="11012539" y="4493889"/>
                <a:ext cx="749726" cy="728735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FF00"/>
              </a:solidFill>
              <a:ln w="15875">
                <a:solidFill>
                  <a:srgbClr val="FFFF00"/>
                </a:solidFill>
              </a:ln>
              <a:effectLst>
                <a:innerShdw blurRad="292100">
                  <a:srgbClr val="FFC0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五角星 2"/>
              <p:cNvSpPr/>
              <p:nvPr/>
            </p:nvSpPr>
            <p:spPr>
              <a:xfrm rot="20424262">
                <a:off x="11046365" y="4655056"/>
                <a:ext cx="290576" cy="221980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457199" h="349269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8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五角星 2"/>
              <p:cNvSpPr/>
              <p:nvPr/>
            </p:nvSpPr>
            <p:spPr>
              <a:xfrm rot="6997346">
                <a:off x="11587935" y="4901938"/>
                <a:ext cx="128719" cy="14727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  <a:gd name="connsiteX0-281" fmla="*/ 0 w 195060"/>
                  <a:gd name="connsiteY0-282" fmla="*/ 223173 h 223173"/>
                  <a:gd name="connsiteX1-283" fmla="*/ 195060 w 195060"/>
                  <a:gd name="connsiteY1-284" fmla="*/ 0 h 22317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95060" h="223173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6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 rot="1562261">
            <a:off x="3348263" y="487904"/>
            <a:ext cx="466601" cy="458021"/>
            <a:chOff x="10646778" y="4753862"/>
            <a:chExt cx="751521" cy="737702"/>
          </a:xfrm>
        </p:grpSpPr>
        <p:sp>
          <p:nvSpPr>
            <p:cNvPr id="33" name="五角星 2"/>
            <p:cNvSpPr/>
            <p:nvPr/>
          </p:nvSpPr>
          <p:spPr>
            <a:xfrm rot="20227648" flipH="1">
              <a:off x="10648573" y="4753862"/>
              <a:ext cx="749726" cy="728735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noFill/>
            </a:ln>
            <a:effectLst>
              <a:outerShdw blurRad="76200" dist="50800" dir="5400000" algn="t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0646778" y="4762829"/>
              <a:ext cx="749726" cy="728735"/>
              <a:chOff x="11012539" y="4493889"/>
              <a:chExt cx="749726" cy="728735"/>
            </a:xfrm>
          </p:grpSpPr>
          <p:sp>
            <p:nvSpPr>
              <p:cNvPr id="35" name="五角星 2"/>
              <p:cNvSpPr/>
              <p:nvPr/>
            </p:nvSpPr>
            <p:spPr>
              <a:xfrm rot="20227648" flipH="1">
                <a:off x="11012539" y="4493889"/>
                <a:ext cx="749726" cy="728735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8AFA4C"/>
              </a:solidFill>
              <a:ln w="15875">
                <a:solidFill>
                  <a:schemeClr val="bg1"/>
                </a:solidFill>
              </a:ln>
              <a:effectLst>
                <a:innerShdw blurRad="292100">
                  <a:srgbClr val="76CE0C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五角星 2"/>
              <p:cNvSpPr/>
              <p:nvPr/>
            </p:nvSpPr>
            <p:spPr>
              <a:xfrm rot="20424262">
                <a:off x="11046365" y="4655056"/>
                <a:ext cx="290576" cy="221980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457199" h="349269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8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五角星 2"/>
              <p:cNvSpPr/>
              <p:nvPr/>
            </p:nvSpPr>
            <p:spPr>
              <a:xfrm rot="6997346">
                <a:off x="11587935" y="4901938"/>
                <a:ext cx="128719" cy="14727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  <a:gd name="connsiteX0-281" fmla="*/ 0 w 195060"/>
                  <a:gd name="connsiteY0-282" fmla="*/ 223173 h 223173"/>
                  <a:gd name="connsiteX1-283" fmla="*/ 195060 w 195060"/>
                  <a:gd name="connsiteY1-284" fmla="*/ 0 h 22317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95060" h="223173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6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4" name="弧形 83"/>
          <p:cNvSpPr/>
          <p:nvPr/>
        </p:nvSpPr>
        <p:spPr>
          <a:xfrm rot="17645248">
            <a:off x="2670384" y="1769256"/>
            <a:ext cx="1905358" cy="1905358"/>
          </a:xfrm>
          <a:prstGeom prst="arc">
            <a:avLst>
              <a:gd name="adj1" fmla="val 17218111"/>
              <a:gd name="adj2" fmla="val 20438047"/>
            </a:avLst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弧形 84"/>
          <p:cNvSpPr/>
          <p:nvPr/>
        </p:nvSpPr>
        <p:spPr>
          <a:xfrm rot="6270057" flipH="1">
            <a:off x="922253" y="892771"/>
            <a:ext cx="993004" cy="993004"/>
          </a:xfrm>
          <a:prstGeom prst="arc">
            <a:avLst>
              <a:gd name="adj1" fmla="val 16200000"/>
              <a:gd name="adj2" fmla="val 20531645"/>
            </a:avLst>
          </a:prstGeom>
          <a:ln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弧形 85"/>
          <p:cNvSpPr/>
          <p:nvPr/>
        </p:nvSpPr>
        <p:spPr>
          <a:xfrm rot="18280354">
            <a:off x="1985689" y="1135306"/>
            <a:ext cx="2895013" cy="2009852"/>
          </a:xfrm>
          <a:prstGeom prst="arc">
            <a:avLst>
              <a:gd name="adj1" fmla="val 15659802"/>
              <a:gd name="adj2" fmla="val 18892968"/>
            </a:avLst>
          </a:prstGeom>
          <a:ln>
            <a:solidFill>
              <a:srgbClr val="64E4F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 rot="920444">
            <a:off x="8928545" y="3352533"/>
            <a:ext cx="577446" cy="566828"/>
            <a:chOff x="10646778" y="4753862"/>
            <a:chExt cx="751521" cy="737702"/>
          </a:xfrm>
        </p:grpSpPr>
        <p:sp>
          <p:nvSpPr>
            <p:cNvPr id="79" name="五角星 2"/>
            <p:cNvSpPr/>
            <p:nvPr/>
          </p:nvSpPr>
          <p:spPr>
            <a:xfrm rot="20227648" flipH="1">
              <a:off x="10648573" y="4753862"/>
              <a:ext cx="749726" cy="728735"/>
            </a:xfrm>
            <a:custGeom>
              <a:avLst/>
              <a:gdLst>
                <a:gd name="connsiteX0" fmla="*/ 1 w 914400"/>
                <a:gd name="connsiteY0" fmla="*/ 349269 h 914400"/>
                <a:gd name="connsiteX1" fmla="*/ 262140 w 914400"/>
                <a:gd name="connsiteY1" fmla="*/ 223173 h 914400"/>
                <a:gd name="connsiteX2" fmla="*/ 457200 w 914400"/>
                <a:gd name="connsiteY2" fmla="*/ 0 h 914400"/>
                <a:gd name="connsiteX3" fmla="*/ 652260 w 914400"/>
                <a:gd name="connsiteY3" fmla="*/ 223173 h 914400"/>
                <a:gd name="connsiteX4" fmla="*/ 914399 w 914400"/>
                <a:gd name="connsiteY4" fmla="*/ 349269 h 914400"/>
                <a:gd name="connsiteX5" fmla="*/ 772814 w 914400"/>
                <a:gd name="connsiteY5" fmla="*/ 613293 h 914400"/>
                <a:gd name="connsiteX6" fmla="*/ 739765 w 914400"/>
                <a:gd name="connsiteY6" fmla="*/ 914398 h 914400"/>
                <a:gd name="connsiteX7" fmla="*/ 457200 w 914400"/>
                <a:gd name="connsiteY7" fmla="*/ 854400 h 914400"/>
                <a:gd name="connsiteX8" fmla="*/ 174635 w 914400"/>
                <a:gd name="connsiteY8" fmla="*/ 914398 h 914400"/>
                <a:gd name="connsiteX9" fmla="*/ 141586 w 914400"/>
                <a:gd name="connsiteY9" fmla="*/ 613293 h 914400"/>
                <a:gd name="connsiteX10" fmla="*/ 1 w 914400"/>
                <a:gd name="connsiteY10" fmla="*/ 349269 h 914400"/>
                <a:gd name="connsiteX0-1" fmla="*/ 0 w 914398"/>
                <a:gd name="connsiteY0-2" fmla="*/ 349269 h 923906"/>
                <a:gd name="connsiteX1-3" fmla="*/ 262139 w 914398"/>
                <a:gd name="connsiteY1-4" fmla="*/ 223173 h 923906"/>
                <a:gd name="connsiteX2-5" fmla="*/ 457199 w 914398"/>
                <a:gd name="connsiteY2-6" fmla="*/ 0 h 923906"/>
                <a:gd name="connsiteX3-7" fmla="*/ 652259 w 914398"/>
                <a:gd name="connsiteY3-8" fmla="*/ 223173 h 923906"/>
                <a:gd name="connsiteX4-9" fmla="*/ 914398 w 914398"/>
                <a:gd name="connsiteY4-10" fmla="*/ 349269 h 923906"/>
                <a:gd name="connsiteX5-11" fmla="*/ 772813 w 914398"/>
                <a:gd name="connsiteY5-12" fmla="*/ 613293 h 923906"/>
                <a:gd name="connsiteX6-13" fmla="*/ 739764 w 914398"/>
                <a:gd name="connsiteY6-14" fmla="*/ 914398 h 923906"/>
                <a:gd name="connsiteX7-15" fmla="*/ 457199 w 914398"/>
                <a:gd name="connsiteY7-16" fmla="*/ 854400 h 923906"/>
                <a:gd name="connsiteX8-17" fmla="*/ 174634 w 914398"/>
                <a:gd name="connsiteY8-18" fmla="*/ 914398 h 923906"/>
                <a:gd name="connsiteX9-19" fmla="*/ 141585 w 914398"/>
                <a:gd name="connsiteY9-20" fmla="*/ 613293 h 923906"/>
                <a:gd name="connsiteX10-21" fmla="*/ 0 w 914398"/>
                <a:gd name="connsiteY10-22" fmla="*/ 349269 h 923906"/>
                <a:gd name="connsiteX0-23" fmla="*/ 0 w 916461"/>
                <a:gd name="connsiteY0-24" fmla="*/ 349269 h 923906"/>
                <a:gd name="connsiteX1-25" fmla="*/ 262139 w 916461"/>
                <a:gd name="connsiteY1-26" fmla="*/ 223173 h 923906"/>
                <a:gd name="connsiteX2-27" fmla="*/ 457199 w 916461"/>
                <a:gd name="connsiteY2-28" fmla="*/ 0 h 923906"/>
                <a:gd name="connsiteX3-29" fmla="*/ 652259 w 916461"/>
                <a:gd name="connsiteY3-30" fmla="*/ 223173 h 923906"/>
                <a:gd name="connsiteX4-31" fmla="*/ 914398 w 916461"/>
                <a:gd name="connsiteY4-32" fmla="*/ 349269 h 923906"/>
                <a:gd name="connsiteX5-33" fmla="*/ 772813 w 916461"/>
                <a:gd name="connsiteY5-34" fmla="*/ 613293 h 923906"/>
                <a:gd name="connsiteX6-35" fmla="*/ 739764 w 916461"/>
                <a:gd name="connsiteY6-36" fmla="*/ 914398 h 923906"/>
                <a:gd name="connsiteX7-37" fmla="*/ 457199 w 916461"/>
                <a:gd name="connsiteY7-38" fmla="*/ 854400 h 923906"/>
                <a:gd name="connsiteX8-39" fmla="*/ 174634 w 916461"/>
                <a:gd name="connsiteY8-40" fmla="*/ 914398 h 923906"/>
                <a:gd name="connsiteX9-41" fmla="*/ 141585 w 916461"/>
                <a:gd name="connsiteY9-42" fmla="*/ 613293 h 923906"/>
                <a:gd name="connsiteX10-43" fmla="*/ 0 w 916461"/>
                <a:gd name="connsiteY10-44" fmla="*/ 349269 h 923906"/>
                <a:gd name="connsiteX0-45" fmla="*/ 0 w 916461"/>
                <a:gd name="connsiteY0-46" fmla="*/ 349269 h 923906"/>
                <a:gd name="connsiteX1-47" fmla="*/ 262139 w 916461"/>
                <a:gd name="connsiteY1-48" fmla="*/ 223173 h 923906"/>
                <a:gd name="connsiteX2-49" fmla="*/ 457199 w 916461"/>
                <a:gd name="connsiteY2-50" fmla="*/ 0 h 923906"/>
                <a:gd name="connsiteX3-51" fmla="*/ 652259 w 916461"/>
                <a:gd name="connsiteY3-52" fmla="*/ 223173 h 923906"/>
                <a:gd name="connsiteX4-53" fmla="*/ 914398 w 916461"/>
                <a:gd name="connsiteY4-54" fmla="*/ 349269 h 923906"/>
                <a:gd name="connsiteX5-55" fmla="*/ 772813 w 916461"/>
                <a:gd name="connsiteY5-56" fmla="*/ 613293 h 923906"/>
                <a:gd name="connsiteX6-57" fmla="*/ 739764 w 916461"/>
                <a:gd name="connsiteY6-58" fmla="*/ 914398 h 923906"/>
                <a:gd name="connsiteX7-59" fmla="*/ 457199 w 916461"/>
                <a:gd name="connsiteY7-60" fmla="*/ 854400 h 923906"/>
                <a:gd name="connsiteX8-61" fmla="*/ 174634 w 916461"/>
                <a:gd name="connsiteY8-62" fmla="*/ 914398 h 923906"/>
                <a:gd name="connsiteX9-63" fmla="*/ 141585 w 916461"/>
                <a:gd name="connsiteY9-64" fmla="*/ 613293 h 923906"/>
                <a:gd name="connsiteX10-65" fmla="*/ 0 w 916461"/>
                <a:gd name="connsiteY10-66" fmla="*/ 349269 h 923906"/>
                <a:gd name="connsiteX0-67" fmla="*/ 2063 w 918524"/>
                <a:gd name="connsiteY0-68" fmla="*/ 349269 h 923906"/>
                <a:gd name="connsiteX1-69" fmla="*/ 264202 w 918524"/>
                <a:gd name="connsiteY1-70" fmla="*/ 223173 h 923906"/>
                <a:gd name="connsiteX2-71" fmla="*/ 459262 w 918524"/>
                <a:gd name="connsiteY2-72" fmla="*/ 0 h 923906"/>
                <a:gd name="connsiteX3-73" fmla="*/ 654322 w 918524"/>
                <a:gd name="connsiteY3-74" fmla="*/ 223173 h 923906"/>
                <a:gd name="connsiteX4-75" fmla="*/ 916461 w 918524"/>
                <a:gd name="connsiteY4-76" fmla="*/ 349269 h 923906"/>
                <a:gd name="connsiteX5-77" fmla="*/ 774876 w 918524"/>
                <a:gd name="connsiteY5-78" fmla="*/ 613293 h 923906"/>
                <a:gd name="connsiteX6-79" fmla="*/ 741827 w 918524"/>
                <a:gd name="connsiteY6-80" fmla="*/ 914398 h 923906"/>
                <a:gd name="connsiteX7-81" fmla="*/ 459262 w 918524"/>
                <a:gd name="connsiteY7-82" fmla="*/ 854400 h 923906"/>
                <a:gd name="connsiteX8-83" fmla="*/ 176697 w 918524"/>
                <a:gd name="connsiteY8-84" fmla="*/ 914398 h 923906"/>
                <a:gd name="connsiteX9-85" fmla="*/ 143648 w 918524"/>
                <a:gd name="connsiteY9-86" fmla="*/ 613293 h 923906"/>
                <a:gd name="connsiteX10-87" fmla="*/ 2063 w 918524"/>
                <a:gd name="connsiteY10-88" fmla="*/ 349269 h 923906"/>
                <a:gd name="connsiteX0-89" fmla="*/ 2063 w 918524"/>
                <a:gd name="connsiteY0-90" fmla="*/ 349269 h 923906"/>
                <a:gd name="connsiteX1-91" fmla="*/ 264202 w 918524"/>
                <a:gd name="connsiteY1-92" fmla="*/ 223173 h 923906"/>
                <a:gd name="connsiteX2-93" fmla="*/ 459262 w 918524"/>
                <a:gd name="connsiteY2-94" fmla="*/ 0 h 923906"/>
                <a:gd name="connsiteX3-95" fmla="*/ 654322 w 918524"/>
                <a:gd name="connsiteY3-96" fmla="*/ 223173 h 923906"/>
                <a:gd name="connsiteX4-97" fmla="*/ 916461 w 918524"/>
                <a:gd name="connsiteY4-98" fmla="*/ 349269 h 923906"/>
                <a:gd name="connsiteX5-99" fmla="*/ 774876 w 918524"/>
                <a:gd name="connsiteY5-100" fmla="*/ 613293 h 923906"/>
                <a:gd name="connsiteX6-101" fmla="*/ 741827 w 918524"/>
                <a:gd name="connsiteY6-102" fmla="*/ 914398 h 923906"/>
                <a:gd name="connsiteX7-103" fmla="*/ 459262 w 918524"/>
                <a:gd name="connsiteY7-104" fmla="*/ 854400 h 923906"/>
                <a:gd name="connsiteX8-105" fmla="*/ 176697 w 918524"/>
                <a:gd name="connsiteY8-106" fmla="*/ 914398 h 923906"/>
                <a:gd name="connsiteX9-107" fmla="*/ 143648 w 918524"/>
                <a:gd name="connsiteY9-108" fmla="*/ 613293 h 923906"/>
                <a:gd name="connsiteX10-109" fmla="*/ 2063 w 918524"/>
                <a:gd name="connsiteY10-110" fmla="*/ 349269 h 923906"/>
                <a:gd name="connsiteX0-111" fmla="*/ 2063 w 918524"/>
                <a:gd name="connsiteY0-112" fmla="*/ 349269 h 923906"/>
                <a:gd name="connsiteX1-113" fmla="*/ 264202 w 918524"/>
                <a:gd name="connsiteY1-114" fmla="*/ 223173 h 923906"/>
                <a:gd name="connsiteX2-115" fmla="*/ 459262 w 918524"/>
                <a:gd name="connsiteY2-116" fmla="*/ 0 h 923906"/>
                <a:gd name="connsiteX3-117" fmla="*/ 654322 w 918524"/>
                <a:gd name="connsiteY3-118" fmla="*/ 223173 h 923906"/>
                <a:gd name="connsiteX4-119" fmla="*/ 916461 w 918524"/>
                <a:gd name="connsiteY4-120" fmla="*/ 349269 h 923906"/>
                <a:gd name="connsiteX5-121" fmla="*/ 774876 w 918524"/>
                <a:gd name="connsiteY5-122" fmla="*/ 613293 h 923906"/>
                <a:gd name="connsiteX6-123" fmla="*/ 741827 w 918524"/>
                <a:gd name="connsiteY6-124" fmla="*/ 914398 h 923906"/>
                <a:gd name="connsiteX7-125" fmla="*/ 459262 w 918524"/>
                <a:gd name="connsiteY7-126" fmla="*/ 854400 h 923906"/>
                <a:gd name="connsiteX8-127" fmla="*/ 176697 w 918524"/>
                <a:gd name="connsiteY8-128" fmla="*/ 914398 h 923906"/>
                <a:gd name="connsiteX9-129" fmla="*/ 143648 w 918524"/>
                <a:gd name="connsiteY9-130" fmla="*/ 613293 h 923906"/>
                <a:gd name="connsiteX10-131" fmla="*/ 2063 w 918524"/>
                <a:gd name="connsiteY10-132" fmla="*/ 349269 h 923906"/>
                <a:gd name="connsiteX0-133" fmla="*/ 2063 w 918524"/>
                <a:gd name="connsiteY0-134" fmla="*/ 349269 h 923906"/>
                <a:gd name="connsiteX1-135" fmla="*/ 264202 w 918524"/>
                <a:gd name="connsiteY1-136" fmla="*/ 223173 h 923906"/>
                <a:gd name="connsiteX2-137" fmla="*/ 459262 w 918524"/>
                <a:gd name="connsiteY2-138" fmla="*/ 0 h 923906"/>
                <a:gd name="connsiteX3-139" fmla="*/ 654322 w 918524"/>
                <a:gd name="connsiteY3-140" fmla="*/ 223173 h 923906"/>
                <a:gd name="connsiteX4-141" fmla="*/ 916461 w 918524"/>
                <a:gd name="connsiteY4-142" fmla="*/ 349269 h 923906"/>
                <a:gd name="connsiteX5-143" fmla="*/ 774876 w 918524"/>
                <a:gd name="connsiteY5-144" fmla="*/ 613293 h 923906"/>
                <a:gd name="connsiteX6-145" fmla="*/ 741827 w 918524"/>
                <a:gd name="connsiteY6-146" fmla="*/ 914398 h 923906"/>
                <a:gd name="connsiteX7-147" fmla="*/ 459262 w 918524"/>
                <a:gd name="connsiteY7-148" fmla="*/ 854400 h 923906"/>
                <a:gd name="connsiteX8-149" fmla="*/ 176697 w 918524"/>
                <a:gd name="connsiteY8-150" fmla="*/ 914398 h 923906"/>
                <a:gd name="connsiteX9-151" fmla="*/ 143648 w 918524"/>
                <a:gd name="connsiteY9-152" fmla="*/ 613293 h 923906"/>
                <a:gd name="connsiteX10-153" fmla="*/ 2063 w 918524"/>
                <a:gd name="connsiteY10-154" fmla="*/ 349269 h 9239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918524" h="923906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noFill/>
            </a:ln>
            <a:effectLst>
              <a:outerShdw blurRad="76200" dist="50800" dir="5400000" algn="t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" name="组合 79"/>
            <p:cNvGrpSpPr/>
            <p:nvPr/>
          </p:nvGrpSpPr>
          <p:grpSpPr>
            <a:xfrm>
              <a:off x="10646778" y="4762829"/>
              <a:ext cx="749726" cy="728735"/>
              <a:chOff x="11012539" y="4493889"/>
              <a:chExt cx="749726" cy="728735"/>
            </a:xfrm>
          </p:grpSpPr>
          <p:sp>
            <p:nvSpPr>
              <p:cNvPr id="81" name="五角星 2"/>
              <p:cNvSpPr/>
              <p:nvPr/>
            </p:nvSpPr>
            <p:spPr>
              <a:xfrm rot="20227648" flipH="1">
                <a:off x="11012539" y="4493889"/>
                <a:ext cx="749726" cy="728735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918524" h="923906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64E4F2"/>
              </a:solidFill>
              <a:ln w="15875">
                <a:solidFill>
                  <a:schemeClr val="bg1"/>
                </a:solidFill>
              </a:ln>
              <a:effectLst>
                <a:innerShdw blurRad="292100">
                  <a:srgbClr val="00B0F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五角星 2"/>
              <p:cNvSpPr/>
              <p:nvPr/>
            </p:nvSpPr>
            <p:spPr>
              <a:xfrm rot="20424262">
                <a:off x="11046365" y="4655056"/>
                <a:ext cx="290576" cy="221980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457199" h="349269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8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五角星 2"/>
              <p:cNvSpPr/>
              <p:nvPr/>
            </p:nvSpPr>
            <p:spPr>
              <a:xfrm rot="6997346">
                <a:off x="11587935" y="4901938"/>
                <a:ext cx="128719" cy="147271"/>
              </a:xfrm>
              <a:custGeom>
                <a:avLst/>
                <a:gdLst>
                  <a:gd name="connsiteX0" fmla="*/ 1 w 914400"/>
                  <a:gd name="connsiteY0" fmla="*/ 349269 h 914400"/>
                  <a:gd name="connsiteX1" fmla="*/ 262140 w 914400"/>
                  <a:gd name="connsiteY1" fmla="*/ 223173 h 914400"/>
                  <a:gd name="connsiteX2" fmla="*/ 457200 w 914400"/>
                  <a:gd name="connsiteY2" fmla="*/ 0 h 914400"/>
                  <a:gd name="connsiteX3" fmla="*/ 652260 w 914400"/>
                  <a:gd name="connsiteY3" fmla="*/ 223173 h 914400"/>
                  <a:gd name="connsiteX4" fmla="*/ 914399 w 914400"/>
                  <a:gd name="connsiteY4" fmla="*/ 349269 h 914400"/>
                  <a:gd name="connsiteX5" fmla="*/ 772814 w 914400"/>
                  <a:gd name="connsiteY5" fmla="*/ 613293 h 914400"/>
                  <a:gd name="connsiteX6" fmla="*/ 739765 w 914400"/>
                  <a:gd name="connsiteY6" fmla="*/ 914398 h 914400"/>
                  <a:gd name="connsiteX7" fmla="*/ 457200 w 914400"/>
                  <a:gd name="connsiteY7" fmla="*/ 854400 h 914400"/>
                  <a:gd name="connsiteX8" fmla="*/ 174635 w 914400"/>
                  <a:gd name="connsiteY8" fmla="*/ 914398 h 914400"/>
                  <a:gd name="connsiteX9" fmla="*/ 141586 w 914400"/>
                  <a:gd name="connsiteY9" fmla="*/ 613293 h 914400"/>
                  <a:gd name="connsiteX10" fmla="*/ 1 w 914400"/>
                  <a:gd name="connsiteY10" fmla="*/ 349269 h 914400"/>
                  <a:gd name="connsiteX0-1" fmla="*/ 0 w 914398"/>
                  <a:gd name="connsiteY0-2" fmla="*/ 349269 h 923906"/>
                  <a:gd name="connsiteX1-3" fmla="*/ 262139 w 914398"/>
                  <a:gd name="connsiteY1-4" fmla="*/ 223173 h 923906"/>
                  <a:gd name="connsiteX2-5" fmla="*/ 457199 w 914398"/>
                  <a:gd name="connsiteY2-6" fmla="*/ 0 h 923906"/>
                  <a:gd name="connsiteX3-7" fmla="*/ 652259 w 914398"/>
                  <a:gd name="connsiteY3-8" fmla="*/ 223173 h 923906"/>
                  <a:gd name="connsiteX4-9" fmla="*/ 914398 w 914398"/>
                  <a:gd name="connsiteY4-10" fmla="*/ 349269 h 923906"/>
                  <a:gd name="connsiteX5-11" fmla="*/ 772813 w 914398"/>
                  <a:gd name="connsiteY5-12" fmla="*/ 613293 h 923906"/>
                  <a:gd name="connsiteX6-13" fmla="*/ 739764 w 914398"/>
                  <a:gd name="connsiteY6-14" fmla="*/ 914398 h 923906"/>
                  <a:gd name="connsiteX7-15" fmla="*/ 457199 w 914398"/>
                  <a:gd name="connsiteY7-16" fmla="*/ 854400 h 923906"/>
                  <a:gd name="connsiteX8-17" fmla="*/ 174634 w 914398"/>
                  <a:gd name="connsiteY8-18" fmla="*/ 914398 h 923906"/>
                  <a:gd name="connsiteX9-19" fmla="*/ 141585 w 914398"/>
                  <a:gd name="connsiteY9-20" fmla="*/ 613293 h 923906"/>
                  <a:gd name="connsiteX10-21" fmla="*/ 0 w 914398"/>
                  <a:gd name="connsiteY10-22" fmla="*/ 349269 h 923906"/>
                  <a:gd name="connsiteX0-23" fmla="*/ 0 w 916461"/>
                  <a:gd name="connsiteY0-24" fmla="*/ 349269 h 923906"/>
                  <a:gd name="connsiteX1-25" fmla="*/ 262139 w 916461"/>
                  <a:gd name="connsiteY1-26" fmla="*/ 223173 h 923906"/>
                  <a:gd name="connsiteX2-27" fmla="*/ 457199 w 916461"/>
                  <a:gd name="connsiteY2-28" fmla="*/ 0 h 923906"/>
                  <a:gd name="connsiteX3-29" fmla="*/ 652259 w 916461"/>
                  <a:gd name="connsiteY3-30" fmla="*/ 223173 h 923906"/>
                  <a:gd name="connsiteX4-31" fmla="*/ 914398 w 916461"/>
                  <a:gd name="connsiteY4-32" fmla="*/ 349269 h 923906"/>
                  <a:gd name="connsiteX5-33" fmla="*/ 772813 w 916461"/>
                  <a:gd name="connsiteY5-34" fmla="*/ 613293 h 923906"/>
                  <a:gd name="connsiteX6-35" fmla="*/ 739764 w 916461"/>
                  <a:gd name="connsiteY6-36" fmla="*/ 914398 h 923906"/>
                  <a:gd name="connsiteX7-37" fmla="*/ 457199 w 916461"/>
                  <a:gd name="connsiteY7-38" fmla="*/ 854400 h 923906"/>
                  <a:gd name="connsiteX8-39" fmla="*/ 174634 w 916461"/>
                  <a:gd name="connsiteY8-40" fmla="*/ 914398 h 923906"/>
                  <a:gd name="connsiteX9-41" fmla="*/ 141585 w 916461"/>
                  <a:gd name="connsiteY9-42" fmla="*/ 613293 h 923906"/>
                  <a:gd name="connsiteX10-43" fmla="*/ 0 w 916461"/>
                  <a:gd name="connsiteY10-44" fmla="*/ 349269 h 923906"/>
                  <a:gd name="connsiteX0-45" fmla="*/ 0 w 916461"/>
                  <a:gd name="connsiteY0-46" fmla="*/ 349269 h 923906"/>
                  <a:gd name="connsiteX1-47" fmla="*/ 262139 w 916461"/>
                  <a:gd name="connsiteY1-48" fmla="*/ 223173 h 923906"/>
                  <a:gd name="connsiteX2-49" fmla="*/ 457199 w 916461"/>
                  <a:gd name="connsiteY2-50" fmla="*/ 0 h 923906"/>
                  <a:gd name="connsiteX3-51" fmla="*/ 652259 w 916461"/>
                  <a:gd name="connsiteY3-52" fmla="*/ 223173 h 923906"/>
                  <a:gd name="connsiteX4-53" fmla="*/ 914398 w 916461"/>
                  <a:gd name="connsiteY4-54" fmla="*/ 349269 h 923906"/>
                  <a:gd name="connsiteX5-55" fmla="*/ 772813 w 916461"/>
                  <a:gd name="connsiteY5-56" fmla="*/ 613293 h 923906"/>
                  <a:gd name="connsiteX6-57" fmla="*/ 739764 w 916461"/>
                  <a:gd name="connsiteY6-58" fmla="*/ 914398 h 923906"/>
                  <a:gd name="connsiteX7-59" fmla="*/ 457199 w 916461"/>
                  <a:gd name="connsiteY7-60" fmla="*/ 854400 h 923906"/>
                  <a:gd name="connsiteX8-61" fmla="*/ 174634 w 916461"/>
                  <a:gd name="connsiteY8-62" fmla="*/ 914398 h 923906"/>
                  <a:gd name="connsiteX9-63" fmla="*/ 141585 w 916461"/>
                  <a:gd name="connsiteY9-64" fmla="*/ 613293 h 923906"/>
                  <a:gd name="connsiteX10-65" fmla="*/ 0 w 916461"/>
                  <a:gd name="connsiteY10-66" fmla="*/ 349269 h 923906"/>
                  <a:gd name="connsiteX0-67" fmla="*/ 2063 w 918524"/>
                  <a:gd name="connsiteY0-68" fmla="*/ 349269 h 923906"/>
                  <a:gd name="connsiteX1-69" fmla="*/ 264202 w 918524"/>
                  <a:gd name="connsiteY1-70" fmla="*/ 223173 h 923906"/>
                  <a:gd name="connsiteX2-71" fmla="*/ 459262 w 918524"/>
                  <a:gd name="connsiteY2-72" fmla="*/ 0 h 923906"/>
                  <a:gd name="connsiteX3-73" fmla="*/ 654322 w 918524"/>
                  <a:gd name="connsiteY3-74" fmla="*/ 223173 h 923906"/>
                  <a:gd name="connsiteX4-75" fmla="*/ 916461 w 918524"/>
                  <a:gd name="connsiteY4-76" fmla="*/ 349269 h 923906"/>
                  <a:gd name="connsiteX5-77" fmla="*/ 774876 w 918524"/>
                  <a:gd name="connsiteY5-78" fmla="*/ 613293 h 923906"/>
                  <a:gd name="connsiteX6-79" fmla="*/ 741827 w 918524"/>
                  <a:gd name="connsiteY6-80" fmla="*/ 914398 h 923906"/>
                  <a:gd name="connsiteX7-81" fmla="*/ 459262 w 918524"/>
                  <a:gd name="connsiteY7-82" fmla="*/ 854400 h 923906"/>
                  <a:gd name="connsiteX8-83" fmla="*/ 176697 w 918524"/>
                  <a:gd name="connsiteY8-84" fmla="*/ 914398 h 923906"/>
                  <a:gd name="connsiteX9-85" fmla="*/ 143648 w 918524"/>
                  <a:gd name="connsiteY9-86" fmla="*/ 613293 h 923906"/>
                  <a:gd name="connsiteX10-87" fmla="*/ 2063 w 918524"/>
                  <a:gd name="connsiteY10-88" fmla="*/ 349269 h 923906"/>
                  <a:gd name="connsiteX0-89" fmla="*/ 2063 w 918524"/>
                  <a:gd name="connsiteY0-90" fmla="*/ 349269 h 923906"/>
                  <a:gd name="connsiteX1-91" fmla="*/ 264202 w 918524"/>
                  <a:gd name="connsiteY1-92" fmla="*/ 223173 h 923906"/>
                  <a:gd name="connsiteX2-93" fmla="*/ 459262 w 918524"/>
                  <a:gd name="connsiteY2-94" fmla="*/ 0 h 923906"/>
                  <a:gd name="connsiteX3-95" fmla="*/ 654322 w 918524"/>
                  <a:gd name="connsiteY3-96" fmla="*/ 223173 h 923906"/>
                  <a:gd name="connsiteX4-97" fmla="*/ 916461 w 918524"/>
                  <a:gd name="connsiteY4-98" fmla="*/ 349269 h 923906"/>
                  <a:gd name="connsiteX5-99" fmla="*/ 774876 w 918524"/>
                  <a:gd name="connsiteY5-100" fmla="*/ 613293 h 923906"/>
                  <a:gd name="connsiteX6-101" fmla="*/ 741827 w 918524"/>
                  <a:gd name="connsiteY6-102" fmla="*/ 914398 h 923906"/>
                  <a:gd name="connsiteX7-103" fmla="*/ 459262 w 918524"/>
                  <a:gd name="connsiteY7-104" fmla="*/ 854400 h 923906"/>
                  <a:gd name="connsiteX8-105" fmla="*/ 176697 w 918524"/>
                  <a:gd name="connsiteY8-106" fmla="*/ 914398 h 923906"/>
                  <a:gd name="connsiteX9-107" fmla="*/ 143648 w 918524"/>
                  <a:gd name="connsiteY9-108" fmla="*/ 613293 h 923906"/>
                  <a:gd name="connsiteX10-109" fmla="*/ 2063 w 918524"/>
                  <a:gd name="connsiteY10-110" fmla="*/ 349269 h 923906"/>
                  <a:gd name="connsiteX0-111" fmla="*/ 2063 w 918524"/>
                  <a:gd name="connsiteY0-112" fmla="*/ 349269 h 923906"/>
                  <a:gd name="connsiteX1-113" fmla="*/ 264202 w 918524"/>
                  <a:gd name="connsiteY1-114" fmla="*/ 223173 h 923906"/>
                  <a:gd name="connsiteX2-115" fmla="*/ 459262 w 918524"/>
                  <a:gd name="connsiteY2-116" fmla="*/ 0 h 923906"/>
                  <a:gd name="connsiteX3-117" fmla="*/ 654322 w 918524"/>
                  <a:gd name="connsiteY3-118" fmla="*/ 223173 h 923906"/>
                  <a:gd name="connsiteX4-119" fmla="*/ 916461 w 918524"/>
                  <a:gd name="connsiteY4-120" fmla="*/ 349269 h 923906"/>
                  <a:gd name="connsiteX5-121" fmla="*/ 774876 w 918524"/>
                  <a:gd name="connsiteY5-122" fmla="*/ 613293 h 923906"/>
                  <a:gd name="connsiteX6-123" fmla="*/ 741827 w 918524"/>
                  <a:gd name="connsiteY6-124" fmla="*/ 914398 h 923906"/>
                  <a:gd name="connsiteX7-125" fmla="*/ 459262 w 918524"/>
                  <a:gd name="connsiteY7-126" fmla="*/ 854400 h 923906"/>
                  <a:gd name="connsiteX8-127" fmla="*/ 176697 w 918524"/>
                  <a:gd name="connsiteY8-128" fmla="*/ 914398 h 923906"/>
                  <a:gd name="connsiteX9-129" fmla="*/ 143648 w 918524"/>
                  <a:gd name="connsiteY9-130" fmla="*/ 613293 h 923906"/>
                  <a:gd name="connsiteX10-131" fmla="*/ 2063 w 918524"/>
                  <a:gd name="connsiteY10-132" fmla="*/ 349269 h 923906"/>
                  <a:gd name="connsiteX0-133" fmla="*/ 2063 w 918524"/>
                  <a:gd name="connsiteY0-134" fmla="*/ 349269 h 923906"/>
                  <a:gd name="connsiteX1-135" fmla="*/ 264202 w 918524"/>
                  <a:gd name="connsiteY1-136" fmla="*/ 223173 h 923906"/>
                  <a:gd name="connsiteX2-137" fmla="*/ 459262 w 918524"/>
                  <a:gd name="connsiteY2-138" fmla="*/ 0 h 923906"/>
                  <a:gd name="connsiteX3-139" fmla="*/ 654322 w 918524"/>
                  <a:gd name="connsiteY3-140" fmla="*/ 223173 h 923906"/>
                  <a:gd name="connsiteX4-141" fmla="*/ 916461 w 918524"/>
                  <a:gd name="connsiteY4-142" fmla="*/ 349269 h 923906"/>
                  <a:gd name="connsiteX5-143" fmla="*/ 774876 w 918524"/>
                  <a:gd name="connsiteY5-144" fmla="*/ 613293 h 923906"/>
                  <a:gd name="connsiteX6-145" fmla="*/ 741827 w 918524"/>
                  <a:gd name="connsiteY6-146" fmla="*/ 914398 h 923906"/>
                  <a:gd name="connsiteX7-147" fmla="*/ 459262 w 918524"/>
                  <a:gd name="connsiteY7-148" fmla="*/ 854400 h 923906"/>
                  <a:gd name="connsiteX8-149" fmla="*/ 176697 w 918524"/>
                  <a:gd name="connsiteY8-150" fmla="*/ 914398 h 923906"/>
                  <a:gd name="connsiteX9-151" fmla="*/ 143648 w 918524"/>
                  <a:gd name="connsiteY9-152" fmla="*/ 613293 h 923906"/>
                  <a:gd name="connsiteX10-153" fmla="*/ 2063 w 918524"/>
                  <a:gd name="connsiteY10-154" fmla="*/ 349269 h 923906"/>
                  <a:gd name="connsiteX0-155" fmla="*/ 654322 w 918524"/>
                  <a:gd name="connsiteY0-156" fmla="*/ 223173 h 923906"/>
                  <a:gd name="connsiteX1-157" fmla="*/ 916461 w 918524"/>
                  <a:gd name="connsiteY1-158" fmla="*/ 349269 h 923906"/>
                  <a:gd name="connsiteX2-159" fmla="*/ 774876 w 918524"/>
                  <a:gd name="connsiteY2-160" fmla="*/ 613293 h 923906"/>
                  <a:gd name="connsiteX3-161" fmla="*/ 741827 w 918524"/>
                  <a:gd name="connsiteY3-162" fmla="*/ 914398 h 923906"/>
                  <a:gd name="connsiteX4-163" fmla="*/ 459262 w 918524"/>
                  <a:gd name="connsiteY4-164" fmla="*/ 854400 h 923906"/>
                  <a:gd name="connsiteX5-165" fmla="*/ 176697 w 918524"/>
                  <a:gd name="connsiteY5-166" fmla="*/ 914398 h 923906"/>
                  <a:gd name="connsiteX6-167" fmla="*/ 143648 w 918524"/>
                  <a:gd name="connsiteY6-168" fmla="*/ 613293 h 923906"/>
                  <a:gd name="connsiteX7-169" fmla="*/ 2063 w 918524"/>
                  <a:gd name="connsiteY7-170" fmla="*/ 349269 h 923906"/>
                  <a:gd name="connsiteX8-171" fmla="*/ 264202 w 918524"/>
                  <a:gd name="connsiteY8-172" fmla="*/ 223173 h 923906"/>
                  <a:gd name="connsiteX9-173" fmla="*/ 459262 w 918524"/>
                  <a:gd name="connsiteY9-174" fmla="*/ 0 h 923906"/>
                  <a:gd name="connsiteX10-175" fmla="*/ 715845 w 918524"/>
                  <a:gd name="connsiteY10-176" fmla="*/ 284696 h 923906"/>
                  <a:gd name="connsiteX0-177" fmla="*/ 916461 w 918524"/>
                  <a:gd name="connsiteY0-178" fmla="*/ 349269 h 923906"/>
                  <a:gd name="connsiteX1-179" fmla="*/ 774876 w 918524"/>
                  <a:gd name="connsiteY1-180" fmla="*/ 613293 h 923906"/>
                  <a:gd name="connsiteX2-181" fmla="*/ 741827 w 918524"/>
                  <a:gd name="connsiteY2-182" fmla="*/ 914398 h 923906"/>
                  <a:gd name="connsiteX3-183" fmla="*/ 459262 w 918524"/>
                  <a:gd name="connsiteY3-184" fmla="*/ 854400 h 923906"/>
                  <a:gd name="connsiteX4-185" fmla="*/ 176697 w 918524"/>
                  <a:gd name="connsiteY4-186" fmla="*/ 914398 h 923906"/>
                  <a:gd name="connsiteX5-187" fmla="*/ 143648 w 918524"/>
                  <a:gd name="connsiteY5-188" fmla="*/ 613293 h 923906"/>
                  <a:gd name="connsiteX6-189" fmla="*/ 2063 w 918524"/>
                  <a:gd name="connsiteY6-190" fmla="*/ 349269 h 923906"/>
                  <a:gd name="connsiteX7-191" fmla="*/ 264202 w 918524"/>
                  <a:gd name="connsiteY7-192" fmla="*/ 223173 h 923906"/>
                  <a:gd name="connsiteX8-193" fmla="*/ 459262 w 918524"/>
                  <a:gd name="connsiteY8-194" fmla="*/ 0 h 923906"/>
                  <a:gd name="connsiteX9-195" fmla="*/ 715845 w 918524"/>
                  <a:gd name="connsiteY9-196" fmla="*/ 284696 h 923906"/>
                  <a:gd name="connsiteX0-197" fmla="*/ 774876 w 774876"/>
                  <a:gd name="connsiteY0-198" fmla="*/ 613293 h 923906"/>
                  <a:gd name="connsiteX1-199" fmla="*/ 741827 w 774876"/>
                  <a:gd name="connsiteY1-200" fmla="*/ 914398 h 923906"/>
                  <a:gd name="connsiteX2-201" fmla="*/ 459262 w 774876"/>
                  <a:gd name="connsiteY2-202" fmla="*/ 854400 h 923906"/>
                  <a:gd name="connsiteX3-203" fmla="*/ 176697 w 774876"/>
                  <a:gd name="connsiteY3-204" fmla="*/ 914398 h 923906"/>
                  <a:gd name="connsiteX4-205" fmla="*/ 143648 w 774876"/>
                  <a:gd name="connsiteY4-206" fmla="*/ 613293 h 923906"/>
                  <a:gd name="connsiteX5-207" fmla="*/ 2063 w 774876"/>
                  <a:gd name="connsiteY5-208" fmla="*/ 349269 h 923906"/>
                  <a:gd name="connsiteX6-209" fmla="*/ 264202 w 774876"/>
                  <a:gd name="connsiteY6-210" fmla="*/ 223173 h 923906"/>
                  <a:gd name="connsiteX7-211" fmla="*/ 459262 w 774876"/>
                  <a:gd name="connsiteY7-212" fmla="*/ 0 h 923906"/>
                  <a:gd name="connsiteX8-213" fmla="*/ 715845 w 774876"/>
                  <a:gd name="connsiteY8-214" fmla="*/ 284696 h 923906"/>
                  <a:gd name="connsiteX0-215" fmla="*/ 741827 w 741827"/>
                  <a:gd name="connsiteY0-216" fmla="*/ 914398 h 923906"/>
                  <a:gd name="connsiteX1-217" fmla="*/ 459262 w 741827"/>
                  <a:gd name="connsiteY1-218" fmla="*/ 854400 h 923906"/>
                  <a:gd name="connsiteX2-219" fmla="*/ 176697 w 741827"/>
                  <a:gd name="connsiteY2-220" fmla="*/ 914398 h 923906"/>
                  <a:gd name="connsiteX3-221" fmla="*/ 143648 w 741827"/>
                  <a:gd name="connsiteY3-222" fmla="*/ 613293 h 923906"/>
                  <a:gd name="connsiteX4-223" fmla="*/ 2063 w 741827"/>
                  <a:gd name="connsiteY4-224" fmla="*/ 349269 h 923906"/>
                  <a:gd name="connsiteX5-225" fmla="*/ 264202 w 741827"/>
                  <a:gd name="connsiteY5-226" fmla="*/ 223173 h 923906"/>
                  <a:gd name="connsiteX6-227" fmla="*/ 459262 w 741827"/>
                  <a:gd name="connsiteY6-228" fmla="*/ 0 h 923906"/>
                  <a:gd name="connsiteX7-229" fmla="*/ 715845 w 741827"/>
                  <a:gd name="connsiteY7-230" fmla="*/ 284696 h 923906"/>
                  <a:gd name="connsiteX0-231" fmla="*/ 459262 w 715845"/>
                  <a:gd name="connsiteY0-232" fmla="*/ 854400 h 916632"/>
                  <a:gd name="connsiteX1-233" fmla="*/ 176697 w 715845"/>
                  <a:gd name="connsiteY1-234" fmla="*/ 914398 h 916632"/>
                  <a:gd name="connsiteX2-235" fmla="*/ 143648 w 715845"/>
                  <a:gd name="connsiteY2-236" fmla="*/ 613293 h 916632"/>
                  <a:gd name="connsiteX3-237" fmla="*/ 2063 w 715845"/>
                  <a:gd name="connsiteY3-238" fmla="*/ 349269 h 916632"/>
                  <a:gd name="connsiteX4-239" fmla="*/ 264202 w 715845"/>
                  <a:gd name="connsiteY4-240" fmla="*/ 223173 h 916632"/>
                  <a:gd name="connsiteX5-241" fmla="*/ 459262 w 715845"/>
                  <a:gd name="connsiteY5-242" fmla="*/ 0 h 916632"/>
                  <a:gd name="connsiteX6-243" fmla="*/ 715845 w 715845"/>
                  <a:gd name="connsiteY6-244" fmla="*/ 284696 h 916632"/>
                  <a:gd name="connsiteX0-245" fmla="*/ 176697 w 715845"/>
                  <a:gd name="connsiteY0-246" fmla="*/ 914398 h 914398"/>
                  <a:gd name="connsiteX1-247" fmla="*/ 143648 w 715845"/>
                  <a:gd name="connsiteY1-248" fmla="*/ 613293 h 914398"/>
                  <a:gd name="connsiteX2-249" fmla="*/ 2063 w 715845"/>
                  <a:gd name="connsiteY2-250" fmla="*/ 349269 h 914398"/>
                  <a:gd name="connsiteX3-251" fmla="*/ 264202 w 715845"/>
                  <a:gd name="connsiteY3-252" fmla="*/ 223173 h 914398"/>
                  <a:gd name="connsiteX4-253" fmla="*/ 459262 w 715845"/>
                  <a:gd name="connsiteY4-254" fmla="*/ 0 h 914398"/>
                  <a:gd name="connsiteX5-255" fmla="*/ 715845 w 715845"/>
                  <a:gd name="connsiteY5-256" fmla="*/ 284696 h 914398"/>
                  <a:gd name="connsiteX0-257" fmla="*/ 143648 w 715845"/>
                  <a:gd name="connsiteY0-258" fmla="*/ 613293 h 613293"/>
                  <a:gd name="connsiteX1-259" fmla="*/ 2063 w 715845"/>
                  <a:gd name="connsiteY1-260" fmla="*/ 349269 h 613293"/>
                  <a:gd name="connsiteX2-261" fmla="*/ 264202 w 715845"/>
                  <a:gd name="connsiteY2-262" fmla="*/ 223173 h 613293"/>
                  <a:gd name="connsiteX3-263" fmla="*/ 459262 w 715845"/>
                  <a:gd name="connsiteY3-264" fmla="*/ 0 h 613293"/>
                  <a:gd name="connsiteX4-265" fmla="*/ 715845 w 715845"/>
                  <a:gd name="connsiteY4-266" fmla="*/ 284696 h 613293"/>
                  <a:gd name="connsiteX0-267" fmla="*/ 0 w 713782"/>
                  <a:gd name="connsiteY0-268" fmla="*/ 349269 h 349269"/>
                  <a:gd name="connsiteX1-269" fmla="*/ 262139 w 713782"/>
                  <a:gd name="connsiteY1-270" fmla="*/ 223173 h 349269"/>
                  <a:gd name="connsiteX2-271" fmla="*/ 457199 w 713782"/>
                  <a:gd name="connsiteY2-272" fmla="*/ 0 h 349269"/>
                  <a:gd name="connsiteX3-273" fmla="*/ 713782 w 713782"/>
                  <a:gd name="connsiteY3-274" fmla="*/ 284696 h 349269"/>
                  <a:gd name="connsiteX0-275" fmla="*/ 0 w 457199"/>
                  <a:gd name="connsiteY0-276" fmla="*/ 349269 h 349269"/>
                  <a:gd name="connsiteX1-277" fmla="*/ 262139 w 457199"/>
                  <a:gd name="connsiteY1-278" fmla="*/ 223173 h 349269"/>
                  <a:gd name="connsiteX2-279" fmla="*/ 457199 w 457199"/>
                  <a:gd name="connsiteY2-280" fmla="*/ 0 h 349269"/>
                  <a:gd name="connsiteX0-281" fmla="*/ 0 w 195060"/>
                  <a:gd name="connsiteY0-282" fmla="*/ 223173 h 223173"/>
                  <a:gd name="connsiteX1-283" fmla="*/ 195060 w 195060"/>
                  <a:gd name="connsiteY1-284" fmla="*/ 0 h 22317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95060" h="223173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>
                <a:solidFill>
                  <a:schemeClr val="bg1">
                    <a:alpha val="6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xit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26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5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3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1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2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8" dur="500" tmFilter="0, 0; .2, .5; .8, .5; 1, 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59" dur="250" autoRev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66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84" grpId="0" animBg="1"/>
          <p:bldP spid="85" grpId="0" animBg="1"/>
          <p:bldP spid="8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xit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26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5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3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1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2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8" dur="500" tmFilter="0, 0; .2, .5; .8, .5; 1, 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59" dur="250" autoRev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66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84" grpId="0" animBg="1"/>
          <p:bldP spid="85" grpId="0" animBg="1"/>
          <p:bldP spid="86" grpId="0" animBg="1"/>
        </p:bldLst>
      </p:timing>
    </mc:Fallback>
  </mc:AlternateContent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3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4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5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6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7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8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9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0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1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2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3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4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5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6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7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8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19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0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1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2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3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4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5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6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7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8.xml><?xml version="1.0" encoding="utf-8"?>
<p:tagLst xmlns:p="http://schemas.openxmlformats.org/presentationml/2006/main">
  <p:tag name="KSO_WM_DIAGRAM_VIRTUALLY_FRAME" val="{&quot;height&quot;:347.07970657413034,&quot;left&quot;:70.27251968503937,&quot;top&quot;:71.85501783531848,&quot;width&quot;:833.7274803149606}"/>
</p:tagLst>
</file>

<file path=ppt/tags/tag29.xml><?xml version="1.0" encoding="utf-8"?>
<p:tagLst xmlns:p="http://schemas.openxmlformats.org/presentationml/2006/main">
  <p:tag name="MH" val="20161022203400"/>
  <p:tag name="MH_LIBRARY" val="GRAPHIC"/>
  <p:tag name="MH_TYPE" val="SubTitle"/>
  <p:tag name="MH_ORDER" val="1"/>
</p:tagLst>
</file>

<file path=ppt/tags/tag30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1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2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3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4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5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6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7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8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39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0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1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2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3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4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5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6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7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8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49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50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51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52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53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54.xml><?xml version="1.0" encoding="utf-8"?>
<p:tagLst xmlns:p="http://schemas.openxmlformats.org/presentationml/2006/main">
  <p:tag name="KSO_WM_DIAGRAM_VIRTUALLY_FRAME" val="{&quot;height&quot;:323.97999999999996,&quot;left&quot;:14.936535433070867,&quot;top&quot;:26.92496062992126,&quot;width&quot;:679.3017675856057}"/>
</p:tagLst>
</file>

<file path=ppt/tags/tag55.xml><?xml version="1.0" encoding="utf-8"?>
<p:tagLst xmlns:p="http://schemas.openxmlformats.org/presentationml/2006/main">
  <p:tag name="MH" val="20161022203400"/>
  <p:tag name="MH_LIBRARY" val="GRAPHIC"/>
  <p:tag name="MH_TYPE" val="SubTitle"/>
  <p:tag name="MH_ORDER" val="1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MH" val="20161022203400"/>
  <p:tag name="MH_LIBRARY" val="GRAPHIC"/>
  <p:tag name="MH_TYPE" val="SubTitle"/>
  <p:tag name="MH_ORDER" val="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63A537"/>
      </a:accent1>
      <a:accent2>
        <a:srgbClr val="08A5EF"/>
      </a:accent2>
      <a:accent3>
        <a:srgbClr val="739A28"/>
      </a:accent3>
      <a:accent4>
        <a:srgbClr val="37A76F"/>
      </a:accent4>
      <a:accent5>
        <a:srgbClr val="4EB3CF"/>
      </a:accent5>
      <a:accent6>
        <a:srgbClr val="51C3F9"/>
      </a:accent6>
      <a:hlink>
        <a:srgbClr val="08A5EF"/>
      </a:hlink>
      <a:folHlink>
        <a:srgbClr val="977B2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55F51"/>
    </a:dk2>
    <a:lt2>
      <a:srgbClr val="E2DFCC"/>
    </a:lt2>
    <a:accent1>
      <a:srgbClr val="63A537"/>
    </a:accent1>
    <a:accent2>
      <a:srgbClr val="08A5EF"/>
    </a:accent2>
    <a:accent3>
      <a:srgbClr val="739A28"/>
    </a:accent3>
    <a:accent4>
      <a:srgbClr val="37A76F"/>
    </a:accent4>
    <a:accent5>
      <a:srgbClr val="4EB3CF"/>
    </a:accent5>
    <a:accent6>
      <a:srgbClr val="51C3F9"/>
    </a:accent6>
    <a:hlink>
      <a:srgbClr val="08A5EF"/>
    </a:hlink>
    <a:folHlink>
      <a:srgbClr val="977B2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55F51"/>
    </a:dk2>
    <a:lt2>
      <a:srgbClr val="E2DFCC"/>
    </a:lt2>
    <a:accent1>
      <a:srgbClr val="63A537"/>
    </a:accent1>
    <a:accent2>
      <a:srgbClr val="08A5EF"/>
    </a:accent2>
    <a:accent3>
      <a:srgbClr val="739A28"/>
    </a:accent3>
    <a:accent4>
      <a:srgbClr val="37A76F"/>
    </a:accent4>
    <a:accent5>
      <a:srgbClr val="4EB3CF"/>
    </a:accent5>
    <a:accent6>
      <a:srgbClr val="51C3F9"/>
    </a:accent6>
    <a:hlink>
      <a:srgbClr val="08A5EF"/>
    </a:hlink>
    <a:folHlink>
      <a:srgbClr val="977B2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55F51"/>
    </a:dk2>
    <a:lt2>
      <a:srgbClr val="E2DFCC"/>
    </a:lt2>
    <a:accent1>
      <a:srgbClr val="63A537"/>
    </a:accent1>
    <a:accent2>
      <a:srgbClr val="08A5EF"/>
    </a:accent2>
    <a:accent3>
      <a:srgbClr val="739A28"/>
    </a:accent3>
    <a:accent4>
      <a:srgbClr val="37A76F"/>
    </a:accent4>
    <a:accent5>
      <a:srgbClr val="4EB3CF"/>
    </a:accent5>
    <a:accent6>
      <a:srgbClr val="51C3F9"/>
    </a:accent6>
    <a:hlink>
      <a:srgbClr val="08A5EF"/>
    </a:hlink>
    <a:folHlink>
      <a:srgbClr val="977B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WPS 演示</Application>
  <PresentationFormat>宽屏</PresentationFormat>
  <Paragraphs>110</Paragraphs>
  <Slides>19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Microsoft YaHei UI</vt:lpstr>
      <vt:lpstr>楷体</vt:lpstr>
      <vt:lpstr>微软雅黑</vt:lpstr>
      <vt:lpstr>方正超粗黑简体</vt:lpstr>
      <vt:lpstr>黑体</vt:lpstr>
      <vt:lpstr>Arial Black</vt:lpstr>
      <vt:lpstr>Impact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keywords>http://www.ypppt.com/</cp:keywords>
  <dc:description>http://www.ypppt.com/</dc:description>
  <cp:lastModifiedBy>周周</cp:lastModifiedBy>
  <cp:revision>492</cp:revision>
  <dcterms:created xsi:type="dcterms:W3CDTF">2016-08-07T08:11:00Z</dcterms:created>
  <dcterms:modified xsi:type="dcterms:W3CDTF">2025-09-19T01:53:30Z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6104674BA785470DA5E6FCFB2162213D_12</vt:lpwstr>
  </property>
  <property fmtid="{D5CDD505-2E9C-101B-9397-08002B2CF9AE}" pid="3" name="KSOProductBuildVer">
    <vt:lpwstr>2052-12.1.0.22529</vt:lpwstr>
  </property>
</Properties>
</file>